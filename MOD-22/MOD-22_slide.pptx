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MOD-22 — SD-Access — Campus Fabric Cisco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8 — SD-WAN &amp; SD-ACCESS  ·  1.5  ·  4.9, 4.10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Limiti del campus tradizionale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Fabric: Edge, Border,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Catalyst Center e provisioning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SGT e macro-segmentazione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Exam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SD-Access Campus Fabric — Piani e Nodi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76600" y="10436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00" y="10436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Catalyst Center
(orchestrazione)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376600" y="275975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76600" y="275975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Fabric Border
MS/MR</a:t>
            </a:r>
          </a:p>
        </p:txBody>
      </p:sp>
      <p:sp>
        <p:nvSpPr>
          <p:cNvPr id="9" name="Rectangle 8"/>
          <p:cNvSpPr/>
          <p:nvPr/>
        </p:nvSpPr>
        <p:spPr>
          <a:xfrm>
            <a:off x="1869839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9839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Fabric Edge A
xTR+VTEP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83360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83360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Fabric Edge B
xTR+VTEP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Control: LISP · Data: VXLAN · Policy: SGT · Orchestrazione: Catalyst Center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Architettura Campus 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Nodi, ruoli e piani di comunicazione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I Nodi della Fabric SD-Access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Fabric Edge: switch di accesso — connette endpoint, incapsula in VXLAN, registra EID in LISP
• Fabric Border: gateway tra fabric e rete esterna (internet, WAN, datacenter)
• Fabric Control Plane: nodo con LISP Map-Server + Map-Resolver — gestisce EID→RLOC
• Intermediate Node: switch di distribuzione/core — forwarding IP underlay, no ruolo fabric
• Catalyst Center: orchestrazione e provisioning automatico di tutti i nodi sopra
• ISE (Identity Services Engine): fornisce autenticazione 802.1X e assegna SGT agli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Fabric Edge = xTR + VTEP. Fa tutto: encap VXLAN, registra LISP, applica SGT.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SGT — Security Group Tag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SGT: tag a 16 bit assegnato a ogni endpoint dall'ISE al momento dell'autenticazione 802.1X
• Identifica il gruppo di sicurezza (es. SGT 10 = "Dipendenti", SGT 20 = "Guest")
• Policy: "gruppo X può parlare con gruppo Y" — indipendente dall'IP o dalla VLAN
• Vantaggio: policy invariante con lo spostamento dell'host — segue il tag, non l'IP
• Macro-segmentazione: VN (Virtual Network) separa domini completi (es. Employees vs IoT)
• Micro-segmentazione: SGT separa gruppi all'interno dello stesso VN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SGT = policy per identità, non per posizione. Invariante al movimento host.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Catalyst Center — Provisioning e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Catalyst Center (ex DNA Center): controller centralizzato per il campus Cisco
• Funzioni: provisioning zero-touch, template di configurazione, assurance (AI/ML)
• Provisioning: definire un sito, aggiungere device, assegnare ruolo fabric — automazione completa
• DNA Assurance: telemetria streaming da tutti i device — rileva anomalie prima che impattino
• Intent-based networking: l'operatore definisce l'OBIETTIVO, Catalyst Center lo traduce in config
• API northbound: REST/RESTCONF per integrazione con sistemi terzi (ITSM, SIEM)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Intent-based: definisci cosa vuoi, non come configurarlo — Catalyst Center traduce.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Host non autenticato in fabric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ISE policy? 802.1X non configurato sul Fabric Edge? Verificare show authentication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SGT non propagato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SXP abilitato? ISE-Fabric Edge trust? Verificare show cts role-based sgt-map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LISP registration fallisce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Fabric Control Plane raggiungibile? show lisp service ipv4 | include map-server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Catalyst Center non vede device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CDP/LLDP abilitato? Credenziali SNMP/SSH corrette? Device nella subnet gestita?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Fabric Edge = xTR (LISP) + VTEP (VXLAN) — incapsula e registra EID all'ingresso della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SGT: assegnato da ISE al login 802.1X — policy per gruppo, indipendente da IP e VLAN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Macro-segmentazione = VN (Virtual Network). Micro-segmentazione = SGT dentro il VN.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Catalyst Center orchestra tutto: provisioning automatico, assurance AI, API REST northbound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Quale componente SD-Access assegna il SGT a un endpoint?
A:  ISE (Identity Services Engine), al momento dell'autenticazione 802.1X. Il Fabric Edge applica il tag al traffico.
Q:  Differenza tra macro e micro-segmentazione in SD-Access?
A:  Macro: VN (Virtual Network) separa domini completi. Micro: SGT separa gruppi all'interno dello stesso VN.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Nodi Fabric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Edge=xTR+VTEP, Border=gateway, Control=LISP MS/MR. Intermediate node=solo underlay.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SGT: Policy per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SGT 16-bit da ISE 802.1X. Policy gruppo-a-gruppo indipendente da IP. VN=macro, SGT=micro.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Catalyst Center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Intent-based: provisioning zero-touch, DNA Assurance AI/ML, API REST northbound.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