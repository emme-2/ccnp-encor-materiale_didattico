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MOD-26 — QoS MQC — Classification, Marking e Queuing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10 — QoS  ·  2  ·  1.5.a · 1.5.b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Perché QoS: congestione e priorità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MQC: class-map e policy-map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DSCP e IP Precedence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CBWFQ e LLQ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Policing vs Shaping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QoS MQC — Topologia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537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537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(trust edge)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(core)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946782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782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R3
(egress)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Marking al bordo (R1) · Queuing al core (R2) · Shaping/Policing in uscita (R3)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MQC: Classificazione e Marking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Identificare e marcare il traffico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Il Modello MQC (Modular QoS CLI)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MQC: framework IOS per QoS — separa classificazione (class-map) da azione (policy-map)
• class-map: identifica il traffico — match protocol, match dscp, match access-group
• policy-map: definisce l'azione per ogni classe — set, bandwidth, priority, police
• service-policy: applica la policy-map a un'interfaccia (input o output)
• Hierarchical: policy-map può contenere un'altra policy-map (parent/child) per traffic shaping
• Regola: se il traffico non matcha nessuna class-map → va nella class class-default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class-map = CHI. policy-map = COSA fare. service-policy = DOVE applicare.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DSCP — Differentiated Services Code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DSCP: 6 bit nel byte ToS dell'header IP — 64 valori possibili (0-63)
• Backward compatible con IP Precedence (primi 3 bit del ToS)
• DSCP 46 (EF): Expedited Forwarding — voce, video real-time — latenza minima garantita
• DSCP 34 (AF41): Assured Forwarding 4 class 1 drop — video conferenza
• DSCP 32 (CS4): Class Selector 4 — traffico a media priorità
• DSCP 0 (BE): Best Effort — tutto il traffico non marcato — nessuna garanzia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DSCP EF=46: voce. AF41=34: video. CS0/BE=0: default. Marcare al bordo della rete.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MQC — class-map e policy-map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class-map match-any VOCE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match dscp ef              ! DSCP 46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match protocol rtp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class-map match-any DATI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match dscp af41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policy-map PM-QOS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class VOCE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priority 512              ! LLQ — 512 kbps garantiti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class DATI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bandwidth 256             ! CBWFQ — 256 kbps garantiti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class class-default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fair-queue                ! WFQ per il resto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Serial0/0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service-policy output PM-QOS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757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CBWFQ, LLQ, Policing e Shaping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Queuing e gestione della banda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CBWFQ e LLQ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FIFO: prima arrivato, primo servito — nessuna priorità. Default sulle interfacce veloci.
• WFQ: Weighted Fair Queuing — code multiple con peso proporzionale alla priorità IP Prec
• CBWFQ (Class-Based WFQ): garantisce banda minima per classe (bandwidth kbps)
• Problema CBWFQ per voce: garantisce banda ma non la latenza — jitter può essere alto
• LLQ (Low Latency Queuing): aggiunge una coda priority a CBWFQ — servita PRIMA di tutto
• LLQ = CBWFQ + priority queue: perfetto per voce (latenza &lt; 150ms, jitter &lt; 30ms)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LLQ = priority + CBWFQ. La coda priority è svuotata PRIMA di qualsiasi altra coda.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Policing vs Shaping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Policing: controlla la banda — traffico in eccesso SCARTATO (drop) o remarked
• Policing è bidirezionale — tipicamente applicato in input sul router di bordo ISP
• Shaping: controlla la banda — traffico in eccesso BUFFERIZZATO (ritardato), non droppato
• Shaping introduce latenza e jitter — non adatto per voce/video real-time
• Policing: reattivo (drop immediato), shaping: proattivo (ritardo + smoothing)
• Uso tipico: policing in ingresso (ISP), shaping in uscita (edge verso WAN lenta)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Policing = drop. Shaping = delay. Policing per ingresso ISP. Shaping per WAN lenta.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Voce non funziona con QoS attivo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LLQ configurato? priority keyword invece di bandwidth per la classe VOCE?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policy-map non applicata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service-policy mancante sull'interfaccia? input vs output corretto?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Traffico va in class-default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class-map non matcha? match protocol richiede NBAR (ip nbar protocol-discovery)?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Shaping non funziona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Hierarchical policy-map richiesta? shape average vs shape peak?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MQC: class-map (classificazione) → policy-map (azione) → service-policy (applicazione interfaccia)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DSCP EF=46 (voce), AF41=34 (video conferenza), BE=0 (default non marcato)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LLQ = priority + CBWFQ. Voce DEVE usare priority (LLQ), non bandwidth (CBWFQ)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Policing: drop del surplus. Shaping: buffer del surplus. Policing ha meno latenza.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Qual è la differenza tra policing e shaping?
A:  Policing droppa il traffico in eccesso. Shaping lo bufferizza e ritarda. Policing introduce meno latenza.
Q:  Perché usare LLQ invece di CBWFQ per il traffico voce?
A:  CBWFQ garantisce banda ma non latenza — la coda può crescere. LLQ aggiunge una coda priority svuotata prima di tutte le altre, garantendo latenza minima.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MQC: 3 componenti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class-map=classifica, policy-map=azione, service-policy=applica. class-default=catch-all.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DSCP EF/AF/BE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DSCP EF=46 voce, AF41=34 video, BE=0 default. 6 bit nel ToS. Marcare al bordo.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LLQ vs Shaping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LLQ=priority+CBWFQ(latenza garantita per voce). Policing=drop eccesso. Shaping=buffer eccesso.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