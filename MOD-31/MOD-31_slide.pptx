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MOD-31 — ACL &amp; Control Plane Policing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12 — SECURITY  ·  2  ·  5.2.a · 5.2.b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ACL standard ed estese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ACL named e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Posizionamento ACL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CoPP: protezione del control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Verifica e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ACL e CoPP — Topologia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PC-A
10.1.1.10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67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767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ACL in/out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444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444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CoPP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3674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3674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Server
10.2.1.1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ACL filtrano traffico transit · CoPP protegge CPU del router da flooding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ACL Standard ed Estese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Filtraggio del traffico 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ACL — Concetti Fondamentali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ACL: lista ordinata di regole permit/deny — valutate in ordine, prima match = decisione
• Implicit deny all: ogni ACL termina con "deny any" implicito — non visibile nel config
• ACL Standard (1-99, 1300-1999): filtra solo sorgente IP — granularità bassa
• ACL Extended (100-199, 2000-2699): filtra src/dst IP, protocollo, porta — granularità alta
• Named ACL: nome descrittivo, modificabile senza riscrivere tutta la lista
• Wildcard mask: inverso della subnet mask — 0=bit deve matchare, 1=bit ignorato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Posizionamento: ACL Extended → vicino alla sorgente. ACL Standard → vicino alla destinazione.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ACL Extended Named — Configurazione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access-list extended FILTER-WEB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10 permit tcp 10.1.1.0 0.0.0.255 host 10.2.1.1 eq 443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20 permit tcp 10.1.1.0 0.0.0.255 host 10.2.1.1 eq 80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30 deny   tcp any host 10.2.1.1 eq 22  ! blocca SSH da fuori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40 permit ip any any               ! permetti il resto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access-group FILTER-WEB in    ! applica in ingresso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Verifica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R1# show ip access-lists FILTER-WEB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Extended IP access list FILTER-WEB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10 permit tcp 10.1.1.0/24 host 10.2.1.1 eq 443 (45 matches)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20 permit tcp 10.1.1.0/24 host 10.2.1.1 eq 80 (12 matches)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325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CoPP — Control Plane Policing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Protezione della CPU del router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CoPP — Perché e 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Problema: traffico destinato alla CPU del router (ICMP, BGP, OSPF, SSH, SNMP) può saturarla
• Attacco: flooding di pacchetti verso la CPU → CPU overload → router non gestisce più il routing
• CoPP: applica rate-limiting al traffico diretto al control plane usando MQC
• Protegge: OSPF Hello, BGP keepalive, SSH, SNMP, ICMP — tutto il traffico verso CPU
• Policy: priorità alta per protocolli critici (OSPF, BGP), rate-limit per il resto
• Implementazione: service-policy input applicata all'interfaccia "control-plane"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CoPP = MQC applicato al control plane. Protegge la CPU da flooding intenzionale o accidentale.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CoPP — Configurazione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class-map match-any ROUTING-PROTOCOLS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protocol ospf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protocol bgp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class-map match-any MANAGEMENT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protocol ssh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protocol snmp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policy-map COPP-POLICY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class ROUTING-PROTOCOLS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police rate 64000 bps       ! 64 kbps per OSPF/BGP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class MANAGEMENT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police rate 32000 bps       ! 32 kbps per SSH/SNMP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class class-default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police rate 8000 bps        ! 8 kbps per il resto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control-plane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service-policy input COPP-POLICY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426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ACL non filtra correttamente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Ordine delle regole? Prima match vince. show ip access-lists mostra i contatori hit.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ACL blocca traffico legittimo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Implicit deny at end? Aggiungere permit ip any any se necessario. Verificare wildcard mask.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CoPP droppa OSPF/BGP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Rate limit troppo basso? Aumentare il rate per ROUTING-PROTOCOLS. show policy-map control-plane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ACL non applicata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access-group applicato sull'interfaccia? in vs out corretto rispetto al flusso del traffico?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ACL Standard: numeri 1-99, 1300-1999 — filtra solo IP sorgente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ACL Extended: numeri 100-199, 2000-2699 — filtra src+dst+protocollo+porta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Posizionamento: Extended vicino alla sorgente, Standard vicino alla destinazione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Implicit deny all: ogni ACL ha "deny any" finale implicito — non visibile nel running 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Perché le ACL Extended devono essere posizionate vicino alla sorgente?
A:  Perché filtrano all'inizio del percorso, evitando che il traffico da bloccare attraversi inutilmente la rete prima di essere scartato.
Q:  Cosa protegge CoPP e come si implementa?
A:  CoPP protegge la CPU del router da flooding di traffico control plane. Si implementa con MQC applicato all'interfaccia logica "control-plane" con service-policy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ACL Standard/Extended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Standard=src IP (1-99). Extended=src+dst+proto+porta (100-199). Named=modificabile. Implicit deny.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Posizionamento ACL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Extended: vicino alla sorgente (più efficiente). Standard: vicino alla destinazione.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CoPP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CoPP: MQC + control-plane service-policy input. Rate-limit traffico verso CPU. Protegge da 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