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MOD-21 — SD-WAN — Architettura e Componenti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8 — SD-WAN &amp; SD-ACCESS  ·  1.5  ·  4.7, 4.8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Limiti WAN tradizionale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Componenti SD-WAN Cisco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OMP e TLOC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ZTP e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Architettura SD-WAN — Piano di Controllo e Dati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69839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9839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vManage
(gestione)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7660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660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vBond
(orchestrator)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336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336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vSmart
(controller)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69839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9839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cEdge
Site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336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336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cEdge
Site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vManage=NMS · vBond=autenticazione · vSmart=OMP · cEdge=data 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Componenti SD-WAN Cisco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Architettura a 4 piani separati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 Quattro Componenti SD-WAN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vManage: NMS centralizzato — configura, monitora e fa troubleshooting di tutti i device
• vBond: orchestrator — primo punto di contatto, autentica i device con certificati
• vSmart: controller del control plane — distribuisce policy e routing via OMP
• vEdge / cEdge: router WAN — forwarding del traffico (data plane), aderisce alle policy
• Separazione: management plane (vManage), control plane (vSmart), data plane (cEdge)
• Tutti i componenti comunicano su canale TLS/DTLS cifrato — nessun testo in chiaro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vBond = punto di ingresso obbligatorio. Senza vBond, nessun device si connette alla fabric.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OMP — Overlay Management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OMP: protocollo proprietario Cisco, sostituisce BGP/OSPF nel control plane SD-WAN
• Trasporta: rotte (prefissi), policy, servizi tra vSmart e cEdge
• TLOC (Transport Locator): identifica un link WAN fisico — tupla (sistema, colore, incapsulamento)
• Colori TLOC: categorizzano il tipo di link (mpls, biz-internet, lte, private1, ecc.)
• vSmart seleziona i migliori TLOC per ogni prefisso e li propaga ai cEdge
• Analogia: OMP = BGP del SD-WAN. TLOC = RLOC di LISP applicato alla WAN.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OMP separa il control plane SD-WAN dal data plane — cEdge non parla direttamente tra loro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ZTP, Policy e Data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Onboarding automatico e forwarding cifrato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Zero Touch Provisioning (ZTP)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ZTP: il cEdge si connette a vBond automaticamente al primo avvio — nessun pre-config manuale
• Requisito: certificato del device firmato dalla CA Cisco (o privata) preinstallato in fabbrica
• Flusso: cEdge → DHCP → ottiene IP + indirizzo vBond → TLS handshake → autenticato
• vBond informa vManage e vSmart del nuovo device — scarica template di configurazione
• Vantaggioso: uffici remoti collegati senza intervento tecnico locale (truck roll zero)
• Prerequisito: connettività internet sul link bootstrap prima dell'attivazione SD-WAN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ZTP = deploy senza tecnico in loco. Il certificato preinstallato garantisce identità sicura.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Data Plane: IPSec tra cEdge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cEdge stabilisce tunnel IPSec direttamente con altri cEdge (peer-to-peer)
• I TLOC scambiati via OMP forniscono gli IP pubblici dei peer — no vSmart nel data path
• Ogni coppie di TLOC forma un tunnel IPSec indipendente — multi-path nativo
• Algoritmo: AES-256-GCM per default — FIPS compliant
• BFD: rileva guasti sul tunnel in secondi — rerouting automatico su TLOC alternativo
• Policy applicata al data plane: centralized policy (vSmart) o localized policy (cEdge)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IPSec diretti tra cEdge: vSmart controlla QUALE tunnel usare, non il traffico stesso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cEdge non si connette a vBond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DNS risolve ztp.viptela.com? Certificato valido? Firewall blocca UDP/12346?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OMP session down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vSmart raggiungibile? Mismatch site-id o org-name? Verificare show sdwan omp summary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Tunnel IPSec non forma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BFD failure? NAT simmetrico sul path? Colore TLOC non annunciato da vSmart?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Policy non applicata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Policy attiva su vManage? cEdge ha ricevuto policy via OMP? show sdwan policy from-vsmart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vBond = orchestrator: autentica i device. vSmart = controller: distribuisce OMP. vManage = NMS.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OMP trasporta rotte, TLOC e policy tra vSmart e cEdge — non BGP/OSPF nel control plane SD-WAN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TLOC = (system-ip, colore, incapsulamento) — identifica univocamente un link WAN fisico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ZTP: device si auto-registra via vBond — certificato preinstallato in fabbrica è il prerequisito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In Cisco SD-WAN, quale componente autentica i device al primo avvio?
A:  vBond (orchestrator). vSmart distribuisce policy, vManage gestisce la configurazione.
Q:  Cosa identifica un TLOC in SD-WAN?
A:  La tupla (system-ip, colore, incapsulamento) — identifica un link WAN fisico specifico su un cEdge.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4 Componenti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vManage=NMS, vBond=auth, vSmart=controller OMP, cEdge=data plane. TLS/DTLS cifra tutto.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OMP + TLOC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OMP: rotte+policy tra vSmart/cEdge. TLOC=(system-ip, colore, encap) identifica link WAN.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ZTP + IPSec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ZTP: auto-onboarding via certificato. IPSec peer-to-peer tra cEdge — vSmart non nel data path.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