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MOD-09 — PBR &amp; Route Manipulation Avanzata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3 — ROUTE MANIPULATION  ·  2h  ·  1.2 · 1.6 · 3.2.d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Policy-Based Routing (PBR): routing per sorgente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 route-map e set ip next-hop verify-availability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Administrative Distance: preferenza protocolli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Floating static route: backup condizionale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 SLA + Object Tracking: rotte condizionali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MOD-09 — PBR Guest vs Produzione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7135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ISP-A
AS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WAN-A
AS 65001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CORE
PBR qui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WAN-B
AS 65002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064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6064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ISP-B
AS 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8759" y="47618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8759" y="47618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LAN-A
prod+guest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LAN-A: rete prod (10.10.0.0) via WAN-A; rete guest (10.99.0.0) forzata via WAN-B con PBR su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Policy-Based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Routing basato su policy anziché destinazione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PBR — Routing per Sorgente (e non solo)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PBR bypassa la routing table normale per il traffico matchato
• Match: ip address (ACL che seleziona il traffico) — per IP sorgente, destinazione, DSCP...
• set ip next-hop: forza il next-hop per il traffico matchato
• set ip next-hop verify-availability: verifica che il next-hop sia raggiungibile via IP SLA
• Applicato INBOUND sull'interfaccia verso la sorgente: ip policy route-map NAME
• Uso tipico: traffico guest→ISP-B, traffico prod→ISP-A su stesso 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PBR = routing basato su attributi arbitrari del pacchetto — applicato inbound sull'ingresso traffico.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Administrative Distance e IP SLA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Preferenza protocolli e rotte condizionali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Administrative Distance — Preferenza Protocolli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AD: valore 0-255, più basso = più fidato — usato per scegliere tra protocolli diversi
• AD default: Connected=0, Static=1, EIGRP summary=5, OSPF=110, IS-IS=115, RIP=120
• Floating static route: static con AD &gt; protocollo dinamico (es. AD=200 vs OSPF=110)
• Quando OSPF è attivo → OSPF installa la rotta. OSPF cade → static emerge
• Modifica AD: ip route 0.0.0.0 0.0.0.0 10.0.0.1 200 (AD 200)
• Utile per backup con failover automatico senza dover monitorare protocolli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Floating static: AD più alto del protocollo dinamico — appare nel RIB solo se il protocollo cade.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IP SLA + Object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IP SLA: sonda proattiva (ICMP echo, UDP jitter, HTTP...) verso un target
• Risultato: UP se la sonda ha successo, DOWN se fallisce (configurable thresholds)
• Object Tracking: traccia stato di un SLA, interfaccia o route
• Rotta condizionale: ip route 0.0.0.0 ... track 1 — installata solo se track 1 = UP
• Combinazione con PBR: set ip next-hop verify-availability usa track object implicito
• Frequenza sonda: ip sla schedule — configurare probe frequency e react 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IP SLA + track: rotta installata condizionalmente. PBR verify-availability: next-hop testato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PBR Guest Traffic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access-list extended GUEST-TRAFFIC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permit ip 10.99.0.0 0.0.0.255 any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PBR-GUEST permit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match ip address GUEST-TRAFFIC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set ip next-hop verify-availability 10.0.23.1 1 track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IP SLA per verificare WAN-B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sla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icmp-echo 10.0.23.1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sla schedule 10 life forever start-time now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track 10 ip sla 10 reachability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89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PBR non ha effetto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policy route-map non applicato inbound sull'interfaccia corretta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next-hop verify-availability fallisce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Track non configurato o SLA non schedulato — verify-availability richiede track object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Floating static non emerge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AD della static NON è maggiore del protocollo dinamico — verificare valore 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sempre DOWN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Target non raggiungibile o frequenza probe troppo bassa — verificare routing e sla schedule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PBR applicato INBOUND: ip policy route-map sull'interfaccia di ingresso del traffico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Floating static: AD &gt; protocollo dinamico. OSPF=110 → static AD=150 per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IP SLA: proattivo — rileva il fallimento PRIMA che OSPF/BGP convergano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verify-availability nel PBR usa implicitamente un track object per testare il next-hop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Come forzare traffico da una subnet specifica verso un next-hop diverso dalla routing table?
A:  PBR: ACL seleziona la subnet + route-map con set ip next-hop + ip policy inbound sull'interfaccia.
Q:  Quando una floating static route viene installata nel RIB?
A:  Solo quando il protocollo con AD inferiore non ha più la rotta — floating static emerge automaticamente.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PBR Inbound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PBR matcha ACL + set next-hop. Applicato inbound. Bypassa routing table per traffico selezionato.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Floating Static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AD floating &gt; protocollo: backup automatico. OSPF cade → static emerge. Zero configurazione manuale.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IP SLA +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IP SLA proba il next-hop. track object condiziona rotte e PBR. Failover pre-routing.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