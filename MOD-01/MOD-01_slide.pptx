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MOD-01 — OSPFv2 Fondamenta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 — OSPF  ·  2h  ·  3.2.a · 3.2.b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Sub-interface 802.1Q: configurazione e best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OSPF: processo, Router-ID e selezione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Network statement vs ip ospf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DR/BDR Election: regole e controllo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Network type point-to-point e costo OSPF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518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9600" y="528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1600" y="525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Troubleshooting adiacenze: stati e cause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MOD-01 — OSPFv2 Multi-Area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919" y="27597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919" y="27597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ABR 15/99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8759" y="19016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8759" y="19016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DROTHER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792139" y="27597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2139" y="27597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R4
DR prio 255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45520" y="27597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5520" y="27597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R5
ABR 0/15/25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98900" y="19016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8900" y="19016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R6
BDR prio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2280" y="36178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2280" y="36178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Area 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91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91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R7
Area 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R3-R6: Area 0 Backbone (broadcast + ring P2P) · R1/R7: Area 15/99 · R2: Area 25 · ABR: R5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Sub-interface 802.1Q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Multiplexing logico su interfaccia fisica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Sub-interface 802.1Q — Come funziona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Una sub-interface (virtuale) suddivide logicamente una porta fisica con tag VLAN 802.1Q
• Sintassi IOS: interface eth0/0.&lt;vlan&gt;  →  encapsulation dot1Q &lt;vlan&gt;
• L'interfaccia fisica padre deve avere no ip address + no shutdown (nessuna configurazione IP)
• Il numero sub-interface coincide per convenzione con il numero VLAN (leggibilità)
• Ogni sub-interface ha il proprio indirizzo IP e partecipa independentemente ai protocolli
• In ambiente IOU: tutta la connettività inter-router avviene via sub-interface (no link fisici diretti)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La fisica è uno, il logico è molti — tag VLAN separa il traffico di più reti su un solo cavo.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Sub-interface 802.1Q — Snippet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no ip address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no shutdown          ! padre deve essere UP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Ethernet0/0.34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encapsulation dot1Q 34     ! tag VLAN 34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10.0.34.1 255.255.255.252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description P2P_R3-R4_Area0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no shutdown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ospf 100 area 0         ! abilita direttamente OSPF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89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OSPF: Processo e Router-ID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Identità univoca nel dominio di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OSPF Router-ID — Selezione e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Il Router-ID identifica univocamente il router nella LSDB OSPF
• Ordine di selezione: 1) router-id configurato  2) IP loopback più alto  3) IP fisico più alto
• Best practice: configurare sempre esplicitamente (router-id x.x.x.x)
• Senza configurazione esplicita: cambio IP = cambio Router-ID = instabilità LSDB
• Convenzione laboratorio: R1 → 1.1.1.1,  R2 → 2.2.2.2, ... R7 → 7.7.7.7
• Network statement vs ip ospf area: due metodi equivalenti per abilitare OSPF su un'interfaccia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router-id esplicito = comportamento deterministico. Senza: rischio instabilità al riavvio.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Network Statement vs ip ospf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network 10.0.0.0 0.0.0.7 area 0 → abilita tutte le interfacce con IP nel range
• ip ospf 100 area 0 (su interfaccia) → esplicito, per-interfaccia, più leggibile
• passive-interface: impedisce l'invio di Hello ma mantiene il prefisso nella LSDB
• Tecnica sicura: passive-interface default + no passive-interface su porte OSPF attive
• ip ospf network point-to-point: elimina DR/BDR su link con un solo neighbor (sub-if P2P)
• Broadcast (default Ethernet): DR/BDR election — usare solo su segmenti multi-router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ip ospf area per-interfaccia è più preciso e meno soggetto a errori di wildcard.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DR/BDR 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Riduzione adiacenze su segmenti broadcast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DR/BDR — Perché esiste e Come funziona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N router su broadcast → N*(N-1)/2 adiacenze (45 con 10 router)
• Soluzione: DR centralizza — tutti inviano aggiornamenti al DR (224.0.0.6)
• DR li riflette a tutti (224.0.0.5) — riduce a N-1 adiacenze reali
• Regole election: 1) priority più alta  2) Router-ID più alto (pareggio)
• NON preemptive: il DR caduto che torna diventa DROTHER anche con priority alta
• Forza rielelezione: clear ip ospf process (interrompe tutte le adiacenze)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Election non preemptive: modificare priority non basta — serve clear ip ospf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DR/BDR 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R4# show ip ospf interface ethernet 0/0.3456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Network Type BROADCAST, Cost: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Designated Router (ID) 4.4.4.4, Interface address 10.0.0.4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Backup Designated router (ID) 6.6.6.6, Interface address 10.0.0.6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R4# show ip ospf neighbor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Neighbor ID  Pri  State      Dead Time  Address    Interface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3.3.3.3        0  FULL/DROTHER  00:00:38  10.0.0.3  Et0/0.3456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5.5.5.5        0  FULL/DROTHER  00:00:36  10.0.0.5  Et0/0.3456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6.6.6.6      100  FULL/BDR      00:00:37  10.0.0.6  Et0/0.3456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2505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Troubleshooting Adiacenze OSPF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Macchina a stati e cause di blocco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Stati Adiacenza OSPF — Dove si blocca e Perché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DOWN → INIT: Hello ricevuto ma router locale non è nella lista neighbor (link unidirezionale)
• INIT → 2-WAY: Hello bidirezionale OK (DROTHER-DROTHER fermano qui — normale)
• EXSTART: negoziazione master/slave per DB exchange → MTU mismatch blocca qui
• EXCHANGE: scambio DBD → MTU mismatch o database corrotto
• FULL: adiacenza completa e LSDB sincronizzata — stato desiderato
• Triade errori più comuni: timer mismatch · area mismatch · authentication mismatch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EXSTART/EXCHANGE = quasi sempre MTU mismatch. Rimedio: ip ospf mtu-ignore.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OSPF — Comandi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ospf 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router-id 3.3.3.3            ! sempre esplicito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network 10.0.0.0 0.0.0.7 area 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passive-interface default     ! blocca Hello su tutte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no passive-interface Et0/0.3456  ! riabilita OSPF attivo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Ethernet0/0.34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ospf 100 area 0            ! metodo diretto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ospf network point-to-point ! niente DR/BDR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ospf cost 1000             ! sfavorisce il percorso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ospf priority 0            ! escluso dalla 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67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Adiacenza bloccata in EXSTART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MTU mismatch — ip ospf mtu-ignore su entrambi i 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Neighbor in INIT, non avanza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Autenticazione MD5 su un solo lato — verificare show ip ospf interface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DR non è il router desiderato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Election non preemptive — eseguire clear ip ospf process dopo aver modificato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Sub-interface non passa traffico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encapsulation dot1Q mancante o VLAN non permessa sul trunk switch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Router-ID: configurare sempre esplicitamente. Senza: cambio IP = instabilità OSPF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ip ospf network point-to-point su link P2P elimina DR/BDR e accelera convergenza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Election DR/BDR NON è preemptive: priority alta non basta, serve clear ip ospf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EXSTART/EXCHANGE bloccato = MTU mismatch (quasi sempre)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Un router OSPF resta in EXSTART. Causa più probabile?
A:  MTU mismatch — impedisce lo scambio dei DBD. Fix: ip ospf mtu-ignore
Q:  Come escludere un router dalla election senza disabilitare OSPF?
A:  ip ospf priority 0 sull'interfaccia — partecipa all'area ma non vince mai DR/BDR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Router-ID Esplicito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Sempre configurare router-id x.x.x.x: comportamento deterministico, nessuna sorpresa al riavvio.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Network Type P2P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ip ospf network point-to-point su sub-if con un solo neighbor: elimina DR/BDR, convergenza più rapida.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DR/BDR 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Non preemptive: modificare priority richiede clear ip ospf process per forzare la rielelezione.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