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MOD-30 — Device Security &amp; AAA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12 — SECURITY  ·  2  ·  5.1.a · 5.1.b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AAA: Authentication, Authorization, Accounting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RADIUS vs TACACS+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Hardening device: SSH, banners, privilege levels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Local fallback e best 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Exam Tips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AAA Architecture — RADIUS/TACACS+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0919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919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Admin
(Client)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7679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7679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Router/Switch
(NAS)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98900" y="218771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8900" y="218771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RADIUS
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98900" y="44758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8900" y="44758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TACACS+
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NAS = Network Access Server · RADIUS UDP 1812/1813 · TACACS+ TCP 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AAA — Tre Funzioni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Authentication, Authorization, Accounting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AAA: Concetti Fondamentali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Authentication: verifica l'identità — chi sei? Username/password, certificato, OTP
• Authorization: determina i permessi — cosa puoi fare? Comandi, livelli di privilegio
• Accounting: registra le azioni — cosa hai fatto? Log di sessione, comandi eseguiti
• NAS (Network Access Server): il device (router/switch) che delega AAA al server
• RADIUS: UDP 1812 (auth) / 1813 (accounting) — combina autenticazione e autorizzazione
• TACACS+: TCP 49 — separa le tre funzioni AAA, cifra l'intero payload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TACACS+: TCP, cifra tutto, separa AAA — preferito per gestione dispositivi di rete.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RADIUS vs TACACS+ — Confronto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RADIUS: UDP 1812/1813. Cifra solo la password. Combina authn e authz in un'unica risposta.
• RADIUS: ideale per accesso utenti end (VPN, wireless 802.1X, accesso internet)
• TACACS+: TCP 49. Cifra l'intero pacchetto. Separa Authentication / Authorization / Accounting.
• TACACS+: ideale per gestione dispositivi (CLI router/switch) — command authorization
• Command authorization: TACACS+ può autorizzare/bloccare singoli comandi IOS
• Cisco raccomanda TACACS+ per device management, RADIUS per network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RADIUS=UDP/network access. TACACS+=TCP/device management. TACACS+ cifra tutto.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AAA Configuration — TACACS+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aaa new-model                     ! abilita AAA globalmente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tacacs server TACACS-PRIMARY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address ipv4 192.168.122.10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key CiscoTACACS123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aaa group server tacacs+ TACACS-GRP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server name TACACS-PRIMARY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aaa authentication login default group TACACS-GRP local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aaa authorization exec default group TACACS-GRP local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aaa accounting exec default start-stop group TACACS-GRP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line vty 0 4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login authentication default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transport input ssh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2757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R1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Hardening e SSH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Best practice per la sicurezza del device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Device Hardening —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Disabilitare servizi non necessari: no ip http server, no cdp run (dove non necessario)
• Privilege levels: 0 (no access), 1 (user EXEC), 15 (privileged) — livelli custom 2-14
• Enable secret vs enable password: secret usa MD5/SCRYPT, password è testo in chiaro
• service password-encryption: offusca (non cifra) password in chiaro nel config
• Banner motd/login/exec: messaggio legale obbligatorio prima del login
• SSH: versione 2 obbligatoria. ip ssh version 2, crypto key generate rsa modulus 2048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enable secret &gt; enable password. SSH v2 obbligatorio. Banner = avviso legale.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AAA fallisce: nessun accesso al device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Sempre configurare fallback locale: aaa authentication login default group TACACS local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TACACS+ non risponde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TCP 49 raggiungibile? Shared key identica? test aaa group TACACS username password legacy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Command authorization troppo restrittiva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TACACS+ nega comandi legittimi? Verificare shell:priv-lvl nel profilo TACACS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SSH non funziona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crypto key generate rsa modulus 2048? ip ssh version 2? ip domain-name configurato?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RADIUS: UDP 1812 (auth) / 1813 (acct). TACACS+: TCP 49. TACACS+ cifra tutto il pacchetto.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aaa new-model: comando obbligatorio per abilitare AAA. Senza: il device usa autenticazione locale.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TACACS+: separa Authentication / Authorization / Accounting — RADIUS li combina.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Fallback locale: sempre aggiungere local alla fine della lista AAA — evita lockout totale.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Perché TACACS+ è preferito a RADIUS per la gestione dei dispositivi di rete?
A:  TACACS+ separa Authentication/Authorization/Accounting, cifra l'intero pacchetto e supporta command authorization. RADIUS combina authn e authz e cifra solo la password.
Q:  Cosa succede se il server TACACS+ è irraggiungibile e non c'è fallback locale?
A:  Nessun accesso al device. Per questo il fallback local è obbligatorio: aaa authentication login default group TACACS+ local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AAA: 3 funzioni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Authentication=chi sei, Authorization=cosa puoi, Accounting=cosa hai fatto. aaa new-model abilita.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RADIUS vs TACACS+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RADIUS UDP 1812/1813 (network access). TACACS+ TCP 49 (device mgmt, cifra tutto, separa AAA).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Hardening + SSH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enable secret &gt; password. SSH v2 + RSA 2048. Banner legale. Fallback local sempre configurato.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