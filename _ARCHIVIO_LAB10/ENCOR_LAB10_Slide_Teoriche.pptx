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02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CCNP ENCOR 350-401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11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4F78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44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JSON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4F78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803904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4F78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31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Nornir 3.x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4197096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4F78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24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4754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Martedì, 12 Maggio 2026  |  09:00 – 12:30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8229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932688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206240" y="1481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JSON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170432"/>
            <a:ext cx="146304" cy="14630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394960" y="8229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93268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94960" y="1481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170432"/>
            <a:ext cx="146304" cy="14630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583680" y="8229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932688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0" y="1481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Nornir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9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170432"/>
            <a:ext cx="146304" cy="14630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772400" y="8229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932688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72400" y="1481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41148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strumento costruisce sul precedente — dallo script Python alla gestione di flotte con Ansible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4206240" y="2926080"/>
            <a:ext cx="141732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20624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4" name="Text 25"/>
          <p:cNvSpPr/>
          <p:nvPr/>
        </p:nvSpPr>
        <p:spPr>
          <a:xfrm>
            <a:off x="420624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IOU L3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5806440" y="2926080"/>
            <a:ext cx="141732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580644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37" name="Text 28"/>
          <p:cNvSpPr/>
          <p:nvPr/>
        </p:nvSpPr>
        <p:spPr>
          <a:xfrm>
            <a:off x="580644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Blocchi task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06640" y="2926080"/>
            <a:ext cx="141732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4F78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40664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40" name="Text 31"/>
          <p:cNvSpPr/>
          <p:nvPr/>
        </p:nvSpPr>
        <p:spPr>
          <a:xfrm>
            <a:off x="740664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per tutti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11480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 ·  IOU L3  ·  virbr 192.168.122.0/24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Sessione 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804672"/>
            <a:ext cx="502920" cy="5029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804672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8686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868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Ambiente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8686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· venv · pip install · Teoria JSON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" y="1389888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" y="1389888"/>
            <a:ext cx="8321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4538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1453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 on-device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14538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CONFIG-BACKUP-EEM · OSPF-MONITOR-EEM · zero tool esterni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7160" y="1975104"/>
            <a:ext cx="502920" cy="502920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1975104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039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JSON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49040" y="2039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 / loads / dump / dumps · JSONDecodeError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50292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" y="2560320"/>
            <a:ext cx="8321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6243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26243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49040" y="2624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ConnectHandler · loop multi-device · backup · report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7160" y="3145536"/>
            <a:ext cx="502920" cy="5029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3145536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2095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08760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Nornir 3.x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749040" y="3209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InitNornir · run() parallelo · send_config · F()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7160" y="3730752"/>
            <a:ext cx="502920" cy="5029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" y="3730752"/>
            <a:ext cx="8321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3794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749040" y="3794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· gather_facts · push_config · idempotency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7160" y="4315968"/>
            <a:ext cx="502920" cy="5029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7512" y="43159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3799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08760" y="43799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Q&amp;A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3749040" y="43799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comuni · --check · failed_hosts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— Setup: Virtual Environment (venv)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per tutti i blocchi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senza venv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installa pacchetti globalmente → conflitti di versione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A vuole netmiko==3.x, Progetto B vuole netmiko==4.x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 di sistema contaminate → difficile da pulire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riproducibile su un'altra macchina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venv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progetto ha il suo interprete Python isolato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pacchetti vivono in .venv/ — non toccano il sistema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con versioni pinnate → riproducibilità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.venv/ → il sistema rimane intatto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54864" cy="201168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880360"/>
            <a:ext cx="8869680" cy="199339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2971800"/>
            <a:ext cx="8650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 del repo dalla VM GNS3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http://192.168.122.1/git/ENCOR-LAB11.git &amp;&amp; cd ENCOR-LAB11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 e attiva il venv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       # prompt cambia: (.venv) student@gns3vm:~$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Installa dipendenze dal requirements.txt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collection install cisco.ios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B-EEM — Embedded Event Manager: Architettura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zero-infrastructure — il router reagisce da solo, senza tool esterni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57400" cy="64008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1920240"/>
            <a:ext cx="146304" cy="1463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23160" y="100584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A3050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23160" y="1005840"/>
            <a:ext cx="2057400" cy="6400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1115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514600" y="1691640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matching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scheduling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920240"/>
            <a:ext cx="146304" cy="146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100584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A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005840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0" y="1115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(Applet)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754880" y="1691640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numerata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920240"/>
            <a:ext cx="146304" cy="146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03720" y="100584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A30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005840"/>
            <a:ext cx="20574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95160" y="1115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995160" y="1691640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msg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8288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di policy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182880" y="3685032"/>
            <a:ext cx="731520" cy="30175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" y="36850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87552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nativo, zero dipendenze — quello che usiamo oggi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82880" y="4105656"/>
            <a:ext cx="731520" cy="30175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82880" y="410565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Policy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987552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TCL on-device — più potente, richiede TCL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182880" y="4526280"/>
            <a:ext cx="731520" cy="30175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82880" y="452628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Policy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87552" y="4562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on-device (guestshell) — IOS-XE only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3246120"/>
            <a:ext cx="434340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681728" y="3337560"/>
            <a:ext cx="4123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Struttura base di un EEM Applet: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manager applet &lt;NOME&gt;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 syslog pattern "&lt;PATTERN&gt;"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1.0 syslog msg "&lt;MESSAGGIO&gt;"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2.0 cli command "enable"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3.0 cli command "&lt;COMANDO IOS&gt;"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82880" y="4873752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Oggi: solo Applet CLI  —  IOU L3 compatibile al 100%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B-EEM — I due applet del lab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CONFIG-BACKUP-EEM  ·  OSPF-MONITOR-EEM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Applet 1 — CONFIG-BACKUP-EEM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SYS-5-CONFIG_I  (write memory / copy run start)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49240" y="850392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E8F8F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89611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Nessun loop ricorsivo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68112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run flash: NON genera CONFIG_I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1554480"/>
            <a:ext cx="886968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645920"/>
            <a:ext cx="8650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manager applet CONFIG-BACKUP-EEM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 syslog pattern "SYS-5-CONFIG_I"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1.0 syslog msg "EEM: backup config avviato"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2.0 cli command "enable"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3.0 cli command "copy running-config flash:eem-backup.cfg"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4.0 syslog msg "EEM: backup completato -&gt; flash:eem-backup.cfg"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" y="2907792"/>
            <a:ext cx="8869680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99923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Applet 2 — OSPF-MONITOR-EEM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" y="33558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OSPF-5-ADJCHG  (qualsiasi cambio stato neighbor — up o down)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" y="3657600"/>
            <a:ext cx="886968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3749040"/>
            <a:ext cx="8650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manager applet OSPF-MONITOR-EEM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 syslog pattern "OSPF-5-ADJCHG"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1.0 syslog msg "EEM: OSPF neighbor change rilevato!"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2.0 cli command "enable"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3.0 cli command "show ip ospf neighbor"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4.0 syslog msg "EEM: stato neighbor OSPF loggato"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" y="4974336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entrambi: show event manager policy registered  |  show event manager history events  |  show logging | include EEM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— JSON: le 4 funzioni del modulo json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la 's' finale =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" y="1371600"/>
            <a:ext cx="8869680" cy="457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50876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508760"/>
            <a:ext cx="2148840" cy="64008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" y="2057400"/>
            <a:ext cx="1005840" cy="2743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object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3566160"/>
            <a:ext cx="20574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1188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open('x.json')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json.load(f)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150876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0" y="1508760"/>
            <a:ext cx="2148840" cy="6400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50592" y="2057400"/>
            <a:ext cx="1005840" cy="2743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50592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059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50592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50592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423160" y="3566160"/>
            <a:ext cx="20574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61188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json.loads('{"k": 1}')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50876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508760"/>
            <a:ext cx="21488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json.dump(o,f)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90872" y="2057400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 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0872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9087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object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90872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90872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3566160"/>
            <a:ext cx="20574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61188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open('x.json','w')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json.dump(d, f, indent=2)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150876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1508760"/>
            <a:ext cx="2148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json.dumps(o)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31152" y="2057400"/>
            <a:ext cx="10058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3115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31152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31152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3566160"/>
            <a:ext cx="20574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61188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json.dumps(d, indent=2)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Netmiko: Architettura &amp; ConnectHandler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abstraction layer per dispositivi di rete eterogenei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GNS3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b2_netmiko.py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192.168.122.1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2057400"/>
            <a:ext cx="914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:22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04241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170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192.168.122.101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1261872"/>
            <a:ext cx="960120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71907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75564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1883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192.168.122.102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04872" y="1975104"/>
            <a:ext cx="960120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4323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46888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596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192.168.122.103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04872" y="2688336"/>
            <a:ext cx="960120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14553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18211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310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192.168.122.104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04872" y="3401568"/>
            <a:ext cx="960120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005840"/>
            <a:ext cx="35204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1097280"/>
            <a:ext cx="3300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netmiko import ConnectHandler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'device_type': 'cisco_ios',  # driver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'host':        '192.168.122.101',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'username':    'admin',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'password':    'cisco123',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'secret':      'cisco123',   # enable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'global_delay_factor': 2,    # IOU!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ConnectHandler(**r1)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conn.enable()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conn.send_command('show version')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conn.disconnect()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959352"/>
            <a:ext cx="274320" cy="25603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776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 identifica il driver (parser output)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4306824"/>
            <a:ext cx="274320" cy="25603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251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global_delay_factor moltiplica tutti i timeout interni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4654296"/>
            <a:ext cx="274320" cy="256032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725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ConnectHandler(**dict) → unpacking dizionario come kwargs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Netmiko: Loop multi-device + report.json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2.2 → 2.4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8686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804672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804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inventory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5448" y="137160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inventory.json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55648" y="1371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74520" y="8686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804672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804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38528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dispositivi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38528" y="137160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device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inventory['devices']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38728" y="1371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8686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33672" y="804672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804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21608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ConnectHandler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21608" y="137160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 **defaults,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'host': device['ip'] 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1808" y="1371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8686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6752" y="804672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804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 dati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04688" y="137160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ip int brief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ip ospf neighbor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04888" y="1371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23760" y="8686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99832" y="804672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804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87768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report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87768" y="137160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backup/Rx-config.txt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backup/report.json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" y="2359152"/>
            <a:ext cx="8961120" cy="2514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2450592"/>
            <a:ext cx="8741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risultati =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device in inventory['devices']: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{ **NETMIKO_DEFAULTS, 'host': device['ip'],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'username': device['username'], 'password': device['password']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ConnectHandler(**params)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conn.enable()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ospf_out = conn.send_command('show ip ospf neighbor')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len([l for l in ospf_out.splitlines() if re.match(r'\s*\d+\.\d+', l)])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risultati[device['hostname']] = { 'ospf_neighbors': n, 'ip': device['ip']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conn.disconnect()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open('backup/report.json', 'w') as f:   # json.dump → 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json.dump({'dispositivi': list(risultati.values())}, f, indent=2)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Nornir 3.x: Architettura modulare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Python-nativo · esecuzione parallela · plugin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" y="1024128"/>
            <a:ext cx="21031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1024128"/>
            <a:ext cx="54864" cy="196596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338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Plugin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SimpleInventory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defaults.yaml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04872" y="1024128"/>
            <a:ext cx="21031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04872" y="1024128"/>
            <a:ext cx="54864" cy="19659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1338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Plugin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499616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ThreadedRunner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num_workers: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 parallelo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024128"/>
            <a:ext cx="21031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1024128"/>
            <a:ext cx="54864" cy="1965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338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Plugin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499616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nornir-netmiko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verso 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0296" y="1024128"/>
            <a:ext cx="21031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0296" y="1024128"/>
            <a:ext cx="54864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11338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Plugin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77456" y="1499616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netmiko_send_command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netmiko_send_config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func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" y="31546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nr.run(task=...)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AggregatedResult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46720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14800"/>
            <a:ext cx="7827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host, task_result in result.items():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task_result.failed:  print(host, task_result.result)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Nornir: Parallelismo e Filter F()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3.2 · 3.4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Sequenziale (Netmiko loop)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777240" cy="3657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61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261872"/>
            <a:ext cx="777240" cy="3657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261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261872"/>
            <a:ext cx="77724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261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261872"/>
            <a:ext cx="777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261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tempo totale = R1+R2+R3+R4 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868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 (Nornir ThreadedRunner)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0099CC">
              <a:alpha val="70000"/>
            </a:srgbClr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2618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8056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tempo ≈ max(R1,R2,R3,R4) 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822960"/>
            <a:ext cx="54864" cy="128016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1031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F() — task su sottoinsieme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37160" y="2514600"/>
            <a:ext cx="8869680" cy="23591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2606040"/>
            <a:ext cx="86502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nornir.core.filter import 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 per attributo in host.data (doppio underscore = navigazione dict)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nr_dist = nr.filter(F(data__location='Distribution'))   # R2, R3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Altri esempi: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nr.filter(F(platform='ios'))              # per platform del gruppo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nr.filter(F(name='R1') | F(name='R2'))    # R1 OR R2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nr.filter(~F(name='R4'))                  # NOT R4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nr_dist.run(task=netmiko_send_command, command_string='show clock')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print_result(result)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— Ansible: Agentless &amp; Confronto Strumenti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8288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Push Model (Agentless)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1234440"/>
            <a:ext cx="786384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0515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15727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38528" y="1801368"/>
            <a:ext cx="786384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6184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→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2139696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38528" y="2368296"/>
            <a:ext cx="786384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21854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→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270662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7066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38528" y="2935224"/>
            <a:ext cx="786384" cy="45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75234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→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2880" y="3401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agent installato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router!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658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strumenti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24128"/>
          <a:ext cx="4663440" cy="2834640"/>
        </p:xfrm>
        <a:graphic>
          <a:graphicData uri="http://schemas.openxmlformats.org/drawingml/2006/table">
            <a:tbl>
              <a:tblPr/>
              <a:tblGrid>
                <a:gridCol w="960120"/>
                <a:gridCol w="1143000"/>
                <a:gridCol w="1143000"/>
                <a:gridCol w="1143000"/>
              </a:tblGrid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Architettura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Linguaggio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reti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82880" y="40050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rete: Ansible è lo standard de facto — agentless, YAML semplice, cisco.ios collection.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— Ansible: Idempotency &amp; Playbook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4.2 · 4.3 · 4.4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64008" cy="441198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la stessa operazione eseguita N volte produce sempre lo stesso risultato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61872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esecuzione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514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ok=2  |  changed=2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61872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61872"/>
            <a:ext cx="2788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esecuzione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1719072"/>
            <a:ext cx="2514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ok=4  |  changed=0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261872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61872"/>
            <a:ext cx="2788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N-esima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1719072"/>
            <a:ext cx="2514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ok=4  |  changed=0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7160" y="2514600"/>
            <a:ext cx="4343400" cy="2377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" y="2606040"/>
            <a:ext cx="4123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gather_facts.yml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Raccolta dati 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ios_routers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gather_facts: 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show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cisco.ios.ios_command: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commands: [show version]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register: output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debug: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msg: "{{ output.stdout[0] }}"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343400" cy="2377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606040"/>
            <a:ext cx="4123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push_config.yml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Push 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ios_routers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cisco.ios.ios_banner: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banner: motd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text: '*** ACCESSO AUTORIZZATO ***'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cisco.ios.ios_config: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logging host 192.168.122.1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 — Teoria (non disponibile su IOU L3)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685800"/>
            <a:ext cx="8778240" cy="457200"/>
          </a:xfrm>
          <a:prstGeom prst="roundRect">
            <a:avLst>
              <a:gd name="adj" fmla="val 16000"/>
            </a:avLst>
          </a:prstGeom>
          <a:solidFill>
            <a:srgbClr val="3D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RESTCONF richiede IOS-XE 16.6+ — non supportato su IOU. Argomento trattato solo in teoria.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298448"/>
            <a:ext cx="2697480" cy="17373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C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98448"/>
            <a:ext cx="54864" cy="173736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081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 vs NETCONF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RESTCONF: HTTP (GET/PUT/POST/DELETE)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NETCONF: SSH + XML (RFC 6241)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usano YANG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modello dati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298448"/>
            <a:ext cx="2697480" cy="1737360"/>
          </a:xfrm>
          <a:prstGeom prst="rect">
            <a:avLst/>
          </a:prstGeom>
          <a:solidFill>
            <a:srgbClr val="1A3050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1298448"/>
            <a:ext cx="54864" cy="17373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081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— Data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77393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gruppo di nodi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lista di record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leaf: valore singolo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Pyang: visualizza modelli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98448"/>
            <a:ext cx="3017520" cy="1737360"/>
          </a:xfrm>
          <a:prstGeom prst="rect">
            <a:avLst/>
          </a:prstGeom>
          <a:solidFill>
            <a:srgbClr val="1A30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298448"/>
            <a:ext cx="54864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081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773936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  → leggi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  → sostituisci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 → crea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elimina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 → modifica parziale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46120"/>
            <a:ext cx="8778240" cy="1581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337560"/>
            <a:ext cx="855878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running-config via RESTCONF (IOS-XE)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https://192.168.1.1:443/restconf/data/Cisco-IOS-XE-native:native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Accept: application/yang-data+json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Authorization: Basic YWRtaW46Y2lzY28xMjM=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Risposta: JSON con struttura YANG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"Cisco-IOS-XE-native:native": { "hostname": "R1", ... } 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— Cosa sapere per l'esame CCNP ENCOR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36576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7724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vs Chef vs SaltStack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= agentless, push, YAML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= agent-based, pull, Ruby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concetto e verifica con changed=0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 / RESTCONF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NETCONF: SSH + XML, RFC 6241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RESTCONF: HTTP REST + YANG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Operazioni: get-config, edit-config, GET, PUT, POST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8803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880360"/>
            <a:ext cx="4206240" cy="54864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383280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json.load/loads/dump/dumps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Netmiko: device_type, send_command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Nornir: InitNornir, nr.run(), F()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1A3050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880360"/>
            <a:ext cx="4206240" cy="54864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 &amp; Orchestration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EEM: event syslog / timer / track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playbook: tasks, register, debug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YANG: container, list, leaf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Syllabus: 6.1 · 6.2 · 6.3 · 6.4 · 6.5 · 6.6 · 6.7  —  Sessione 11  —  CCNP ENCOR 350-401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11 – Automation &amp; Programmability</dc:title>
  <dc:subject>PptxGenJS Presentation</dc:subject>
  <dc:creator>CCNP ENCOR Instructor</dc:creator>
  <cp:lastModifiedBy>CCNP ENCOR Instructor</cp:lastModifiedBy>
  <cp:revision>1</cp:revision>
  <dcterms:created xsi:type="dcterms:W3CDTF">2026-05-11T10:56:51Z</dcterms:created>
  <dcterms:modified xsi:type="dcterms:W3CDTF">2026-05-11T10:56:51Z</dcterms:modified>
</cp:coreProperties>
</file>