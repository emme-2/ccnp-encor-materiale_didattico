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MOD-05 — BGP Fondamenta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2 — BGP  ·  2h  ·  3.2.c · 1.11.a · 1.11.b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BGP: Autonomous System e sessioni eBGP/iBGP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iBGP full-mesh: update-source e next-hop-self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BGP network statement e Origin attribute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Processo di selezione best-path BGP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Prefix-list e route-map come filtri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600" y="518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9600" y="528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1600" y="525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Troubleshooting peering BGP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Topologia MOD-05 — BGP Multi-AS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85379" y="218771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5379" y="218771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R1
AS 65001
Border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23219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3219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R2
AS 65001
Internal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961060" y="218771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61060" y="218771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R3
AS 65001
Border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5379" y="44758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5379" y="44758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R4
AS 65000
Border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61060" y="44758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61060" y="44758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R5
AS 65000
Border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782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782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R6
AS 65000
Internal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AS 65001 (ISP): R1-R2-R3 iBGP full-mesh. AS 65000 (Customer): R4-R5-R6. eBGP: R1↔R4 e R3↔R5.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BGP Fondamenta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Il protocollo di routing di Internet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BGP — Autonomous System e Sessioni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BGP: Border Gateway Protocol — routing inter-AS (EGP), path vector protocol
• AS (Autonomous System): insieme di reti sotto un'unica amministrazione, numero 16/32-bit
• eBGP: sessione tra router in AS diversi — tipicamente link diretto, TTL=1
• iBGP: sessione tra router nello stesso AS — tipicamente via loopback, no TTL limit
• TCP port 179: BGP usa TCP come transport — no hello periodici, keepalive ogni 60s
• BGP non scopre la topologia: riceve prefissi con path attributes da peer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eBGP = tra AS diversi. iBGP = stesso AS via loopback. BGP è path vector, non distance vector.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iBGP Full-Mesh: update-source e next-hop-self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iBGP full-mesh: ogni router deve avere sessione con tutti gli altri (N*(N-1)/2)
• update-source Loopback0: usa loopback come sorgente TCP — più stabile di un indirizzo fisico
• Problema next-hop iBGP: il next-hop di una rotta eBGP non cambia in iBGP
• next-hop-self: forza il router a diventare next-hop per i prefissi annunciati agli iBGP peer
• IBGP split-horizon: un router iBGP non ri-annuncia prefissi appresi da iBGP ad altri iBGP
• Soluzione full-mesh: Route Reflector (MOD-07) o Confederation per grandi 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Sempre: update-source Lo0 + next-hop-self su ogni iBGP neighbor che non ha visibilità diretta.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BGP Best-Path Selection — Regole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1. Weight (Cisco proprietario): più alto vince — locale al router, non propagato
• 2. Local Preference: più alto vince — propagato in iBGP, controlla traffico uscente
• 3. Locally originated: network/redistribute/aggregate preferito su appreso
• 4. AS-Path length: più corto vince
• 5. Origin: IGP (i) &lt; EGP (e) &lt; Incomplete (?)
• 6. MED: più basso vince — suggerisce al peer l'exit point preferito (entrante)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Mnemonico: "We Love Oranges As Oranges Mean Pure Refreshment" — Weight, LP, Locally originated...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CONFIGURAZIONE &amp; VERIFICA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BGP iBGP Full-Mesh — Configurazione 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router bgp 65000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bgp router-id 4.4.4.4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bgp log-neighbor-changes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neighbor 5.5.5.5 remote-as 65000      ! iBGP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neighbor 5.5.5.5 update-source Lo0    ! stabilità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neighbor 5.5.5.5 next-hop-self        ! fix next-hop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neighbor 172.16.14.1 remote-as 65001  ! eBGP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address-family ipv4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network 4.4.4.4 mask 255.255.255.255 ! annuncia loopback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neighbor 5.5.5.5 activate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neighbor 172.16.14.1 activate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1677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R4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Verifica BGP Peering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15600"/>
            <a:ext cx="5040000" cy="23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 i="0">
                <a:solidFill>
                  <a:srgbClr val="FFB600"/>
                </a:solidFill>
                <a:latin typeface="Montserrat"/>
              </a:rPr>
              <a:t>▼  VERIFICA ATTESA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85600"/>
            <a:ext cx="11473200" cy="581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R4# show bgp summary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Neighbor      V  AS    MsgRcvd  MsgSent  Up/Down   State/PfxRcd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5.5.5.5       4  65000     150     148  01:22:14         3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172.16.14.1   4  65001      88      90  00:45:30         5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R4# show bgp ipv4 unicast 100.0.0.1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BGP routing table entry for 100.0.0.0/8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100.0.0.0/8, from 172.16.14.1, Origin IGP, metric 0, localpref 100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Path: 65001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53200" y="1425600"/>
            <a:ext cx="2160000" cy="25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300" b="1" i="0">
                <a:solidFill>
                  <a:srgbClr val="EF6A01"/>
                </a:solidFill>
                <a:latin typeface="Montserrat"/>
              </a:rPr>
              <a:t>← atteso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Sessione BGP in 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TCP non raggiunge il peer — verificare routing verso update-source, ACL, TTL eBGP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Prefisso non appare nel BGP table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network statement: il prefisso deve esistere nel RIB locale con la maschera esatta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Next-hop non raggiungibile in iBGP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Manca next-hop-self sul border router — il next-hop eBGP non è noto internamente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Prefisso appresto da iBGP non ri-annunciato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iBGP split-horizon — serve full-mesh o Route Reflector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update-source Loopback0 + next-hop-self: coppia inseparabile per iBGP corretto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BGP usa TCP 179 — se la sessione non sale, prima verificare connettività TCP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network statement BGP: il prefisso DEVE esistere nel RIB con maschera esatta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Local Preference (default 100): più alto = preferito. Controlla traffico USCENTE dall'AS.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Perché next-hop-self è necessario in iBGP?
A:  Il next-hop eBGP non cambia in iBGP: i router interni non sanno raggiungere il next-hop esterno.
Q:  Differenza tra Weight e Local Preference?
A:  Weight: Cisco only, locale al router, non propagato. Local-Pref: propagato in iBGP, condiviso nell'AS.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eBGP vs iBGP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eBGP: AS diversi, TTL=1. iBGP: stesso AS, via loopback, no TTL limit, split-horizon.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update-source + NH-self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iBGP via loopback richiede: update-source Lo0 (stabilità) + next-hop-self (next-hop accessibile).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Best-Path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Weight → LP → Local → AS-Path → Origin → MED. LP controlla uscita; AS-Path controlla entrata.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