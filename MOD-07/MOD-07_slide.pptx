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MOD-07 — BGP Route Reflector &amp; IPv6 BGP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2 — BGP  ·  1.5h  ·  1.11.d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Problema del full-mesh iBGP: scalabilità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Route Reflector: cluster e RR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BGP Confederation: alternativa al 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MP-BGP: address-family per IPv6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Exam Tips e riepilogo scaling BGP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MOD-07 — Route Reflector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RR
Route Reflector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5379" y="16156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5379" y="16156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Client1</a:t>
            </a:r>
          </a:p>
        </p:txBody>
      </p:sp>
      <p:sp>
        <p:nvSpPr>
          <p:cNvPr id="9" name="Rectangle 8"/>
          <p:cNvSpPr/>
          <p:nvPr/>
        </p:nvSpPr>
        <p:spPr>
          <a:xfrm>
            <a:off x="9467820" y="16156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7820" y="16156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Client2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5379" y="50479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5379" y="50479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Client3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7820" y="50479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7820" y="50479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Client4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RR centrale connesso a 4 RR-client. Senza RR: 10 sessioni iBGP. Con RR: 4 sessioni.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Route Reflector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Eliminare il full-mesh iBGP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Il Problema del Full-Mesh iBGP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iBGP split-horizon: un router non ri-annuncia prefix iBGP ad altri peer iBGP
• Soluzione originale: full-mesh — ogni router ha sessione con tutti (N*(N-1)/2)
• Con 100 router: 4950 sessioni BGP — non scalabile in grandi AS
• Route Reflector (RR): può ri-annunciare prefix iBGP ai client — viola split-horizon in modo controllato
• Confederation: divide l'AS in sotto-AS (sub-AS) — eBGP interno tra sub-AS
• RR è lo standard moderno; Confederation più raro, usata in grosse telco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RR risolve il full-mesh iBGP: il RR ri-annuncia prefix ai client — da N*(N-1)/2 a N sessioni.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Route Reflector — Cluster e Regole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RR cluster: uno o più RR + i loro client — identificato da cluster-id
• Client → RR: RR riflette a tutti gli altri client e ai non-client iBGP
• Non-client → RR: RR riflette solo ai client (non ad altri non-client)
• Cluster-list: attributo aggiunto dal RR per prevenire loop tra RR multipli
• Originator-ID: RR aggiunge l'ID del router originante per prevenire loop
• Configurazione: neighbor X route-reflector-client sull'RR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RR aggiunge cluster-list e originator-id per prevenire loop — trasparente ai client.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MP-BGP — Multi-Protocol BGP per IPv6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MP-BGP (RFC 4760): estende BGP per portare NLRI di famiglie diverse da IPv4
• address-family ipv6 unicast: abilita il trasporto di prefissi IPv6 in BGP
• I session BGP stessi (TCP 179) — solo i NLRI cambiano address-family
• Neighbor per IPv6: usa indirizzo IPv6 o loopback IPv4 con activate in af ipv6
• next-hop per IPv6: il next-hop nella af ipv6 è un indirizzo IPv6
• VPNv4, VPNv6, L2VPN: tutte le varianti MPLS usano MP-BGP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MP-BGP = una sessione TCP porta NLRI di più famiglie. address-family seleziona il tipo.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Route Reflector — Configurazione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router bgp 65000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bgp router-id 10.0.0.1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! Sessioni verso i client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neighbor 1.1.1.1 remote-as 65000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neighbor 1.1.1.1 update-source Lo0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neighbor 1.1.1.1 route-reflector-client   ! questo è client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neighbor 2.2.2.2 remote-as 65000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neighbor 2.2.2.2 update-source Lo0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neighbor 2.2.2.2 route-reflector-client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! Non-client: sessione normale (no rr-client)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neighbor 3.3.3.3 remote-as 65000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893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Loop BGP con RR multipli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Manca cluster-id configurato uguale su RR ridondanti dello stesso 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Client non riceve prefissi da altri client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RR non ha route-reflector-client configurato su tutti i client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MP-BGP IPv6: no prefix nella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neighbor non activato in address-family ipv6 unicast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Sessione RR non si forma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update-source mancante — RR deve raggiungere il loopback del client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RR evita il full-mesh: route-reflector-client sul RR — il client non sa di essere reflectato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cluster-id su RR ridondanti evita loop — stessa cluster-id su tutti gli RR dello stesso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MP-BGP: address-family ipv6 unicast + neighbor X activate — stessa sessione TCP, diversi NLRI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Confederation: sub-AS con eBGP interno — alternativa più complessa al RR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Perché il Route Reflector non rompe la regola split-horizon?
A:  RR aggiunge cluster-list e originator-id — i loop vengono rilevati e i prefix scartati.
Q:  Differenza tra RR e Confederation?
A:  RR: singolo AS, client trasparenti, più semplice. Confederation: divide in sub-AS con eBGP interno.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Full-mesh → 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RR risolve scalabilità iBGP: da N*(N-1)/2 a N sessioni. route-reflector-client sul RR.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Cluster + Loop Prev.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cluster-list + originator-id prevengono loop. RR ridondanti: stesso cluster-id.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MP-BGP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MP-BGP porta IPv6, VPNv4, L2VPN in BGP. address-family + neighbor activate.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