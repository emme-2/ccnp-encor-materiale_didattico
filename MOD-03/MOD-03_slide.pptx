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MOD-03 — OSPFv3 Dual-Stack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 — OSPF  ·  1.5h  ·  3.2.b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OSPFv2 vs OSPFv3: differenze architetturali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OSPFv3 per IPv6: processo e configurazione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Address-Family: dual-stack su singolo processo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Link-Local come sorgente Hello OSPFv3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Verifica e troubleshooting OSPFv3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MOD-03 — OSPFv3 Dual-Stack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5379" y="24737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5379" y="24737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Area 15
IPv6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R5
ABR 0/15/25
Dual-stack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444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444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R3/R4/R6
Area 0
2001:db8:0::/64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67820" y="39038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7820" y="39038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Area 25
IPv6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Stessa topologia MOD-02 con indirizzi IPv6. Area 0: 2001:db8:0::/64. R5 ABR dual-stack.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OSPFv3 vs OSPFv2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Evoluzione per il supporto IPv6 e dual-stack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Differenze Chiave OSPFv2 → OSPFv3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OSPFv2: solo IPv4. OSPFv3: IPv6 native, poi esteso a dual-stack con address-family
• Transport: OSPFv3 usa link-local IPv6 (fe80::) come sorgente dei pacchetti Hello
• Router-ID: rimane un valore 32-bit anche in OSPFv3 (non è un indirizzo IPv6)
• Autenticazione: OSPFv2 usa area/interface auth; OSPFv3 usa IPSec (AH/ESP)
• Configurazione: ipv6 router ospf &lt;pid&gt; oppure router ospfv3 &lt;pid&gt; address-family
• Link-local come next-hop: OSPFv3 usa il link-local del neighbor come next-hop nelle rotte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OSPFv3 usa link-local IPv6 per i Hello — il Router-ID rimane 32-bit come in OSPFv2.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Configurazione OSPFv3 — Metodi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Metodo 1 (classic): ipv6 router ospf &lt;pid&gt; + ipv6 ospf &lt;pid&gt; area X sull'interfaccia
• Metodo 2 (address-family): router ospfv3 &lt;pid&gt; + address-family ipv6 unicast per IPv6
• Dual-stack: router ospfv3 include sia address-family ipv4 che ipv6 — un solo processo
• Su ogni interfaccia: ospfv3 &lt;pid&gt; ipv4 area X  e  ospfv3 &lt;pid&gt; ipv6 area X
• ipv6 unicast-routing: obbligatorio per abilitare il forwarding IPv6 sul router
• passive-interface funziona anche in OSPFv3 — stessa logica OSPFv2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address-family nel router ospfv3: un solo processo gestisce sia IPv4 che IPv6 — approccio moderno.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Verifica e Differenze Operative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Comandi show e interpretazione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OSPFv3 Dual-Stack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R5# show ospfv3 neighbor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OSPFv3 100 address-family ipv6 (router-id 5.5.5.5)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Neighbor ID  Pri  State   Dead  Interface-ID  Interface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3.3.3.3        1  FULL/DROTHER  00:00:38  6  Et0/0.3456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4.4.4.4        1  FULL/DR       00:00:36  7  Et0/0.3456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R5# show ipv6 route ospf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OI 2001:db8:15::/64 [110/11] via FE80::1, Et0/0.51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1641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OSPFv3 Address-Family — Snippet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ipv6 unicast-routing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ospfv3 100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router-id 5.5.5.5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address-family ipv4 unicast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area 0 range 10.0.0.0 255.255.248.0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address-family ipv6 unicast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area 0 range 2001:db8::/48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Ethernet0/0.3456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ospfv3 100 ipv4 area 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ospfv3 100 ipv6 area 0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677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Adiacenza OSPFv3 non si forma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ipv6 unicast-routing non abilitato — prerequisito assoluto per OSPFv3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Router-ID non configurato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Nessuna interfaccia IPv4 attiva — configurare router-id manualmente in ospfv3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Next-hop nelle rotte IPv6 è link-local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Comportamento normale in OSPFv3 — il link-local fe80:: è usato come next-hop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show ospfv3 neighbor vuoto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Interfaccia non abilitata in OSPFv3 — verificare ospfv3 &lt;pid&gt; area su ogni interfaccia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OSPFv3 usa link-local come sorgente Hello — il Router-ID rimane 32-bit (come OSPFv2)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ipv6 unicast-routing: obbligatorio prima di configurare qualsiasi protocollo IPv6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address-family ipv4/ipv6 in ospfv3: un processo gestisce entrambi i protocolli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Autenticazione OSPFv3 usa IPSec (non MD5 come OSPFv2)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OSPFv3 usa quale indirizzo come sorgente dei pacchetti Hello?
A:  Il link-local IPv6 (fe80::) dell'interfaccia — non l'indirizzo globale.
Q:  Come mantenere la compatibilità dual-stack con un solo processo OSPF?
A:  router ospfv3 con address-family ipv4 unicast e address-family ipv6 unicast.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Link-Local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OSPFv3 usa fe80:: come sorgente Hello — indirizzo link-local, non globale.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Router-ID 32-bit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Il Router-ID rimane 32-bit anche in OSPFv3 — deve essere configurato se mancano interfacce IPv4.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Address-Family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ospfv3 con address-family: un processo gestisce IPv4 e IPv6 — approccio moderno e pulito.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