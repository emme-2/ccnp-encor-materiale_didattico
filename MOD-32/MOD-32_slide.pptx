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MOD-32 — EEM &amp; Python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13 — AUTOMATION  ·  2  ·  6.1 · 6.2 · 6.6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EEM: event-driven automation 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EEM Applet: sintassi e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Python GuestShell su IOS-XE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Netmiko: SSH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EEM e Python — Architettura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EEM + GuestShell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29980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29980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Script Python
(Netmiko)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9980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29980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Syslog/SNMP
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EEM: automation locale al device · Python/Netmiko: automation da host esterno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EEM — Embedded Event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Automation nativa in 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EEM — Concetti e Architettura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EEM: framework di automation integrato in IOS — reagisce a eventi della rete
• Evento: syslog pattern, CLI command, interfaccia down, timer, OIR, SNMP threshold
• Azione: esegue CLI, invia syslog, invia trap SNMP, esegue script TCL/Python
• Applet: policy EEM semplice definita in IOS — nessun file esterno richiesto
• Script TCL/Python: policy complessa — file .tcl/.py caricato nel flash o da TFTP
• Uso tipico: backup automatico config, remediation automatica, alerting avanzato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EEM = automazione locale al router, zero dipendenze esterne. Reagisce agli eventi 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EEM Applet — Backup Automatico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event manager applet BACKUP-CONFIG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event syslog pattern "Configured from"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action 1.0 cli command "enable"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action 2.0 cli command "copy running-config tftp:"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action 3.0 cli command "192.168.122.1"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action 4.0 cli command "r1-backup.cfg"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action 5.0 syslog msg "Config backed up via EEM"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Verifica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R1# show event manager policy registered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No.  Class     Type    Event Type     Trap  Time Registered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1    applet    system  syslog         Off   Mon May 18 10:00:00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Name: BACKUP-CONFIG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029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Python e Netmiko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SSH automation da host esterno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Python per Network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Python: linguaggio di scripting dominante per network automation
• Librerie chiave: Netmiko (SSH), NAPALM (multi-vendor), Nornir (framework), Requests (REST)
• Netmiko: ConnectHandler — astrae la connessione SSH a diversi OS (IOS, IOS-XE, NX-OS)
• send_command(): invia comando e restituisce output come stringa
• send_config_set(): invia lista di comandi di configurazione
• GuestShell (IOS-XE): container Linux integrato nel router — esegue Python localmente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Netmiko: SSH multi-vendor in 5 righe. GuestShell: Python sul router senza server esterno.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Netmiko — Script SSH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from netmiko import ConnectHandler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device = {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"device_type": "cisco_ios",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"host": "10.0.0.1",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"username": "admin",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"password": "cisco",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}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conn = ConnectHandler(**device)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output = conn.send_command("show ip route")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print(output)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conn.disconnect()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973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Python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EEM applet non si attiva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Pattern syslog corretto? show logging per vedere i messaggi. event manager run APPLET-NAME per test.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Netmiko: timeout SSH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SSH raggiungibile? timeout= e banner_timeout= parametri ConnectHandler. Chiave RSA generata?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GuestShell non parte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iox abilitato? virtual-service install name guestshell? guestshell enable?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EEM action cli non esegue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Credenziali enable configurate? action 1.0 cli command "enable" prima dei comandi privilegiati?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EEM: event-driven automation locale in IOS. Applet = policy semplice. Script TCL/Python = complessa.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EEM event types: syslog, timer, interface, cli, oir, snmp — variegato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Netmiko: ConnectHandler + send_command() + send_config_set() — le 3 funzioni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GuestShell: container Linux su IOS-XE. guestshell enable → Python 3 disponibile localmente.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Cosa fa EEM in Cisco IOS?
A:  EEM (Embedded Event Manager) è un framework di automation che reagisce a eventi del sistema (syslog, timer, interfacce) ed esegue azioni (CLI, syslog, trap) senza dipendenze esterne.
Q:  Qual è la differenza tra send_command e send_config_set in Netmiko?
A:  send_command() esegue un comando in EXEC mode e restituisce l'output. send_config_set() entra in config mode, invia una lista di comandi di configurazione e poi esce.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EEM Applet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EEM: event-driven locale. Applet: policy IOS (syslog→action cli). Script: TCL/Python da flash.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Netmiko SSH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Netmiko: ConnectHandler(device_type, host, user, pass). send_command/send_config_set.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GuestShell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GuestShell: container Linux su IOS-XE. iox + guestshell enable. Python 3 locale sul router.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