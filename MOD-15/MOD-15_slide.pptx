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MOD-15 — FHRP — HSRP, VRRP &amp; GLBP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Layer 3 Technologies  ·  2h  ·  3.4.c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FHRP: il problema del default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HSRPv2: Virtual IP, priority e preempt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IP SLA + Object Tracking per failover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VRRP 802.1X: differenze da HSRP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GLBP: load balancing attivo-attivo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MOD-15 — HSRP Dual-Group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76600" y="1158047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00" y="1158047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Upstream
1.1.1.1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4299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SW1
Active VLAN10
prio 110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89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SW2
Active VLAN20
prio 110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5379" y="53339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5379" y="53339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PC1
GW 10.10.10.1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7820" y="533393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7820" y="533393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PC2
GW 10.10.20.1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SW1: HSRP Active VLAN10 (prio 110), Standby VLAN20. SW2: Active VLAN20. VIP: 10.10.10.1/20.1.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HSRP e FHRP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Gateway virtuale ridondante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FHRP — Il Problema del Default Gateway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Problema: se il default gateway fisico cade, tutti gli host su quel segmento perdono la connettività
• FHRP (First Hop Redundancy Protocol): presenta un VIP condiviso da due o più router/switch
• I client configurano il VIP come gateway — non sanno quale device è attivo
• Failover: il dispositivo Standby diventa Active — il VIP "si sposta" senza riconfigurazione client
• HSRP: Cisco proprietario. VRRP: IEEE 802.1X standard. GLBP: Cisco con load-balancing
• MAC virtuale HSRP: 0000.0c07.acXX (XX = gruppo hex). VRRP: 0000.5e00.01XX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VIP = indirizzo virtuale condiviso. Client puntano al VIP — trasparente al failover.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HSRPv2 — Priority, Preempt e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Priority: più alto = Active (default 100). Tie-break: IP più alto vince
• Preempt: il router rientrato riacquista il ruolo Active se ha priority più alta
• Senza preempt: il router rientrato rimane Standby anche con priority più alta
• IP SLA ICMP → Object Track → decremento priority: failover automatico se uplink cade
• Esempio: priority 110 con decrement 20 → se track DOWN: priority 90 → Standby diventa Active
• HSRPv2: group 0-4095, IPv6, autenticazione MD5 — upgrade da v1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Preempt obbligatorio per riacquisire il ruolo Active dopo recovery. Senza: il vecchio Standby rimane Active.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VRRP vs HSRP vs GLBP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VRRP (RFC 5798): standard IEEE — Master/Backup (non Active/Standby). Priority default 100
• VRRP: il Master può essere il proprietario del VIP (IP reale = VIP) — differenza da HSRP
• GLBP (Gateway Load Balancing Protocol): Cisco — un AVG assegna MAC virtuali a più AVF
• GLBP: tutti i gateway sono attivi contemporaneamente — load balancing reale
• GLBP algoritmi: round-robin, weighted, host-dependent
• GLBP usa 4 MAC virtuali distinte per distribuire il traffico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GLBP unico nel permettere load balancing attivo-attivo sul gateway — tutti i router forward traffico.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HSRPv2 con IP SLA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sla 1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icmp-echo 1.1.1.1 source-interface Vlan10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ip sla schedule 1 life forever start-time now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track 1 ip sla 1 reachability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interface Vlan10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standby version 2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standby 10 ip 10.10.10.1         ! VIP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standby 10 priority 110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standby 10 preempt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standby 10 track 1 decrement 20   ! 110-20=90 &lt; 100 → failover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2973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SW1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HSRP non fa failover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Manca preempt o decrement non sufficiente — priority deve scendere sotto quella dello Standby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Entrambi i router Active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Problema di comunicazione Hello — verificare multicast 224.0.0.2 e VLAN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VIP non risponde dopo failover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ARP non aggiornato — HSRP manda gratuitous ARP automaticamente. Verificare invio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Track non cambia stato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 SLA non schedulato o target non raggiungibile con il source corretto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preempt obbligatorio per riacquisire Active dopo recovery — senza preempt: Standby rimane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HSRP: 0000.0c07.acXX. VRRP: 0000.5e00.01XX. GLBP: 0007.b400.XXYY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GLBP = unico load-balancing FHRP — tutti i router inoltrano traffico contemporaneamente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VRRP: il Master può essere il proprietario del VIP — l'IP reale di un router può essere il VIP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Differenza tra HSRP e VRRP?
A:  HSRP: Cisco, Active/Standby, il VIP è sempre virtuale. VRRP: IEEE standard, Master/Backup, il Master può avere VIP = IP reale.
Q:  Perché preempt è importante in HSRP?
A:  Senza preempt, lo Standby che è diventato Active rimane tale anche quando il router originale torna — loss of determinism.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VIP + MAC Virtuale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VIP condiviso tra Active/Standby. Client puntano al VIP. MAC virtuale per ARP.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Priority + Preempt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Priority alta = Active. Preempt = riacquisto automatico. Track + decrement = failover automatico.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GLBP Load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GLBP: tutti i router forward simultaneamente. AVG assegna MAC virtuali. Round-robin default.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