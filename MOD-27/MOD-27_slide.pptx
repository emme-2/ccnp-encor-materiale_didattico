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MOD-27 — NAT, PAT &amp; NTP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11 — IP SERVICES  ·  2  ·  3.4.a · 3.4.b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NAT statico e dinamico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PAT / NAPT — overload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Verifica e troubleshooting NAT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NTP: stratum e sincronizzazione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Exam Tips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NAT/PAT — Lab MOD-27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8537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537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R1
NAT Inside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9213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9213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R2
NAT Router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9890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890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ISP
R3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5379" y="50479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5379" y="50479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PC-A
192.168.1.x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R1=inside network · R2=NAT router (inside/outside) · R3=ISP (pubblico)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NAT Statico, Dinamico e PAT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Traduzione degli indirizzi 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NAT — Tipi e Funzionamento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NAT (Network Address Translation): traduce indirizzi IP privati in pubblici
• NAT Statico: mappatura 1:1 fissa — un IP privato = un IP pubblico permanente
• Uso NAT statico: server interni raggiungibili dall'esterno (web, mail, VPN)
• NAT Dinamico: pool di IP pubblici — assegnazione temporanea dal pool
• PAT / NAT Overload: più IP privati → un IP pubblico — differenziati dalla porta sorgente
• PAT: il più usato in reti aziendali e SOHO — tutta la LAN esce con un IP pubblico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PAT = molti:1. Usa porta sorgente come discriminante. Nessuna connessione entrante senza mapping.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PAT Configuration — R2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Ethernet0/0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address 192.168.1.254 255.255.255.0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nat inside          ! inside = rete privata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Ethernet0/1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address 203.0.113.1 255.255.255.0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ip nat outside         ! outside = rete pubblica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ip nat inside source list 10 interface Ethernet0/1 overload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access-list 10 permit 192.168.1.0 0.0.0.255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2541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R2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Verifica NAT — show ip nat translations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15600"/>
            <a:ext cx="5040000" cy="23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1" i="0">
                <a:solidFill>
                  <a:srgbClr val="FFB600"/>
                </a:solidFill>
                <a:latin typeface="Montserrat"/>
              </a:rPr>
              <a:t>▼  VERIFICA ATTESA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85600"/>
            <a:ext cx="11473200" cy="581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R2# show ip nat translations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Pro Inside global   Inside local    Outside local   Outside global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tcp 203.0.113.1:1025  192.168.1.10:1025  8.8.8.8:53   8.8.8.8:53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tcp 203.0.113.1:1026  192.168.1.11:1025  8.8.4.4:443  8.8.4.4:443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R2# show ip nat statistics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Total active translations: 2 (0 static, 2 dynamic; 2 extended)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Outside interfaces: Ethernet0/1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Inside interfaces: Ethernet0/0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53200" y="1209600"/>
            <a:ext cx="2160000" cy="25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EF6A01"/>
                </a:solidFill>
                <a:latin typeface="Montserrat"/>
              </a:rPr>
              <a:t>← atteso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NTP — Network Time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Sincronizzazione oraria nella rete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NTP — Stratum e Sincronizzazione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NTP: protocollo di sincronizzazione oraria (RFC 5905) — UDP porta 123
• Stratum: misura la distanza dal reference clock. Stratum 0 = orologio atomico/GPS
• Stratum 1: server collegato direttamente al reference (stratum 0)
• Stratum 2: sincronizzato da stratum 1 — tipico in reti enterprise
• Regola: un device è sempre uno stratum in più del suo server NTP
• Importanza: log coerenti, AAA accounting, certificati TLS, BGP/OSPF logging — tutto richiede tempo esatto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Stratum = distanza dal reference clock. Stratum 0 = fonte. Router = stratum 3-5 tipicamente.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NTP Configuration — Client e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Configurazione NTP client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ntp server 192.168.1.1 prefer   ! server primario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ntp server 192.168.1.2          ! server secondario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ntp update-calendar              ! sync hardware clock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Configurazione NTP master (router come stratum locale)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ntp master 3                    ! diventa stratum 3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Verifica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R1# show ntp status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Clock is synchronized, stratum 4, reference is 192.168.1.1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R1# show ntp associations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address         ref clock    st  when  poll reach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*~192.168.1.1    .GPS.         1    45    64  377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2973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R1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NAT non traduce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 nat inside/outside configurati? ACL permette il subnet? overload keyword presente per PAT?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NAT statico non funziona in ingresso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 nat inside source static &lt;private&gt; &lt;public&gt; presente? Outside interface corretta?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NTP non sincronizza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UDP 123 bloccato da ACL? ntp server raggiungibile (ping)? show ntp associations mostra * 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Translazioni NAT si esauriscono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 nat translation timeout troppo lungo? clear ip nat translation * per svuotare la tabella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NAT inside source: traduce sorgente dei pacchetti uscenti (inside→outside)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PAT usa ip nat inside source list ... interface ... overload — porta differenzia i flussi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show ip nat translations: vede la tabella. show ip nat statistics: contatori hit/miss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NTP stratum: il router è stratum+1 rispetto al suo server. ntp master N configura il router come source.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Qual è la differenza tra NAT dinamico e PAT?
A:  NAT dinamico: pool di IP pubblici, mappatura temporanea 1:1. PAT: un solo IP pubblico condiviso da tutti, la porta sorgente differenzia i flussi.
Q:  Cosa indica il simbolo * in show ntp associations?
A:  Il * indica il server NTP selezionato come riferimento primario (synchronized peer).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NAT Statico/PAT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Statico=1:1 fisso. Dinamico=pool. PAT=overload, porta differenzia. inside/outside obbligatori.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NAT Verifica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show ip nat translations (tabella) · show ip nat statistics (contatori) · debug ip nat.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NTP Stratum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NTP UDP 123. Stratum=distanza da ref. ntp server X = client. ntp master N = source locale.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