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MOD-19 — DMVPN Phase 1, 2 &amp;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7 — OVERLAY &amp; VPN  ·  3h  ·  4.6 · 4.7 · 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DMVPN: mGRE, NHRP e IPSec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NHRP: NHS, NHC e registrazione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Phase 1: hub-and-spoke classico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Phase 2: spoke-to-spoke diretti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Phase 3: shortcut routing avanzato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MOD-19 — DMVPN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HUB
NHS
Tu110/210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SP1
NHC
.110.11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336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SP2
NHC
.110.12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76600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00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
Underlay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HUB: NHS + mGRE. SP1/SP2: NHC. Phase 2/3: shortcut diretto SP1↔SP2 senza passare per 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DMVPN — Architettura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mGRE + NHRP + IPSec = DMVPN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DMVPN — I Tre Componenti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mGRE (multipoint GRE): un tunnel fisico supporta connessioni dinamiche a N peer
• NHRP (Next Hop Resolution Protocol): mappa IP tunnel → NBMA (IP pubblico)
• IPSec: cifra il traffico GRE — tunnel protection ipsec profile
• Hub = NHS (Next Hop Server): registra e risponde alle richieste NHRP
• Spoke = NHC (Next Hop Client): si registra all'Hub, risolve IP tunnel degli altri spoke
• Vantaggio: spoke non deve conoscere a priori gli altri spoke — risoluzione dinamica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DMVPN = mGRE (1 tunnel N peer) + NHRP (risolve IP tunnel) + IPSec (cifratura). Dinamico.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DMVPN Phase 1, 2 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Phase 1: tutto il traffico passa per l'Hub — Hub invia il traffico agli spoke
• Phase 2: spoke risolve via NHRP l'IP dell'altro spoke → shortcut diretto
• Phase 3: Hub manda NHRP Redirect → spoke installa rotta host via shortcut
• HUB Phase 2: no split-horizon EIGRP + no next-hop-self → spoke vede IP spoke remoto
• HUB Phase 3: ip nhrp redirect + ip summary-address EIGRP sull'Hub
• Phase 3: rotte più specifiche installate dynamicamente — scalabilità massima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Phase 2: no split-horizon + no next-hop-self sull'Hub. Phase 3: nhrp redirect per shortcut.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DMVPN Phase 2 — Hub 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Tunnel110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vrf forwarding CUST-A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172.16.110.1 255.255.255.0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source Loopback0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mode gre multipoint       ! mGRE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nhrp network-id 110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nhrp map multicast dynamic    ! spoke registra multicast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tunnel protection ipsec profile IPSEC-PROF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eigrp DMVPN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ipv4 vrf CUST-A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af-interface Tunnel110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no split-horizon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no next-hop-self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3405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Spoke non si registra all'NHS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NHRP NHS IP sbagliato o NBMA map mancante — ip nhrp nhs + ip nhrp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Phase 2 shortcut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split-horizon o next-hop-self non rimosso sull'Hub — EIGRP non propaga correttamente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IPSec non negozia tra spoke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Spoke non hanno keyring per peer-to-peer — usare wildcard in keyring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show dmvpn mostra NHRP INCOMPLETE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NHRP resolution fallita — verificare che lo spoke sia registrato con show ip nhrp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no split-horizon + no next-hop-self sull'Hub: entrambi critici per DMVPN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mGRE: tunnel mode gre multipoint — un tunnel fisico gestisce N spoke dinamicamente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NHRP: NHS=Hub registra tutti gli spoke. NHC=Spoke risolve IP degli altri spoke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tunnel protection ipsec profile: obbligatorio. Crypto map non compatibile con mGRE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no split-horizon è necessario sull'Hub in DMVPN Phase 2?
A:  Split-horizon blocca EIGRP dal ri-annunciare rotte spoke ad altri spoke. Senza: spoke non vede le rotte degli altri.
Q:  Differenza tra DMVPN Phase 2 e Phase 3?
A:  Phase 2: shortcut IP spoke. Phase 3: nhrp redirect + rotte host dinamiche — più scalabile, shortcut più efficiente.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mGRE Dinamico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mGRE: un tunnel, N spoke dinamici. NHRP risolve IP tunnel → NBMA. IPSec cifra tutto.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NHRP NHS/NHC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NHS=Hub: registra spoke. NHC=Spoke: si registra + risolve peer. Risoluzione on-demand.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Phase 2: no NH-self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Phase 2: no split-horizon + no next-hop-self sull'Hub. Phase 3: nhrp redirect per shortcut.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