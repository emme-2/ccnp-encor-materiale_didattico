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MOD-34 — Ansible &amp; Git per Network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13 — AUTOMATION  ·  2  ·  6.7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Git: version control per le configurazioni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Ansible: architettura e concetti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Playbook IOS: ios_command e ios_config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Inventory e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Ansible — Control Node e Managed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6983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983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Control Node
(Ansible)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6106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06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Managed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06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Managed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06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06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Managed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Ansible: agentless — SSH puro dal control node. No software sui managed node.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Git — Version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Controllo versione per configurazioni di rete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Git — Concetti Fondamentali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Git: sistema di version control distribuito — traccia le modifiche ai file nel tempo
• Repository: cartella con history completa di tutte le modifiche
• Commit: snapshot del repository in un momento — immutabile, identificato da hash SHA1
• Branch: linea di sviluppo parallela — main/master per produzione, feature branch per sviluppo
• Merge / Pull Request: integra le modifiche di un branch in un altro
• Uso network: versioning delle configurazioni, rollback, peer review (pull request)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Git per il networking: ogni cambio config = un commit. Rollback = git revert. Review = PR.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Ansible per 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Automation dichiarativa agentless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Ansible — Architettura e Concetti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Ansible: framework di automation dichiarativa — descrive lo stato desiderato
• Agentless: nessun software da installare sui managed node — usa SSH o API
• Inventory: file che lista i managed node con IP, credenziali, variabili, gruppi
• Playbook: YAML — descrive la sequenza di task da eseguire sui host
• Task: chiama un modulo (ios_command, ios_config, uri) con parametri
• Idempotente: eseguire un playbook più volte produce lo stesso risultato — safe to re-run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Ansible = dichiarativo + idempotente + agentless. YAML playbook: legibile anche dai non-dev.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Playbook Ansible — ios_config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---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- name: Configure OSPF on routers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hosts: routers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gather_facts: false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tasks: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- name: Enable OSPF process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cisco.ios.ios_config: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lines: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- router ospf 100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- router-id {{ router_id }}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  - network 10.0.0.0 0.0.0.255 area 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save_when: changed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- name: Verify OSPF neighbors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cisco.ios.ios_command: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  commands: show ip ospf neighbor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     register: ospf_output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10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Ansible: SSH connection refused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SSH abilitato sul router? Credenziali corrette? ansible_connection=network_cli configurato?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ios_config non applica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Modulo cisco.ios installato? ansible-galaxy collection install cisco.ios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Playbook non idempotente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ios_config verifica lo stato prima di applicare. Check mode: ansible-playbook --check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Git: merge conflict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Due branch modificano stessa riga. git diff per vedere il conflitto, editare manualmente, git add + commit.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Ansible: agentless (solo SSH). Dichiarativo (stato desiderato). Idempotente (safe to re-run).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ios_command: esegue comandi show (read-only). ios_config: applica configurazione (write).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Git: commit=snapshot, branch=linea parallela, merge=integrazione, revert=rollback sicuro.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Ansible inventory: hosts.ini o YAML. Variabili: group_vars/ e host_vars/ per override.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Cosa significa che Ansible è idempotente?
A:  Eseguire lo stesso playbook più volte produce sempre lo stesso risultato finale. Se la configurazione desiderata è già applicata, Ansible non fa nulla (no change).
Q:  Differenza tra ios_command e ios_config in Ansible?
A:  ios_command: esegue comandi show/exec e restituisce output. ios_config: entra in configuration mode e applica comandi — verifica la differenza prima di applicare.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Git Version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Git: commit=snapshot, branch=parallela, merge PR=review. Config network in Git = rollback facile.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Ansible Agentless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Ansible: YAML playbook, agentless SSH, dichiarativo, idempotente. No software sui router.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ios_config + ios_command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ios_config: applica config (idempotente). ios_command: legge output. register: salva risultato.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