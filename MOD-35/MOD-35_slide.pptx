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MOD-35 — API &amp; RESTCONF — Automation Programmatica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13 — AUTOMATION  ·  1.5  ·  6.4 · 6.5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REST API: concetti e metodi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RESTCONF — RFC 8040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YANG data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Chiamate RESTCONF con Python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RESTCONF — Client e Device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
Python/curl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479213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9213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HTTPS
RESTCONF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Router
IOS-XE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RESTCONF: HTTPS + JSON/XML · YANG: modello dati · RFC 8040 — no CLI, solo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REST API e RESTCONF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Automazione via HTTP/HTTPS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REST API — Concetti Fondamentali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REST (Representational State Transfer): architettura per API web — stateless, basata su HTTP
• Metodi HTTP: GET (legge), POST (crea), PUT (sostituisce), PATCH (modifica), DELETE (cancella)
• Response codes: 200 OK, 201 Created, 204 No Content, 400 Bad Request, 404 Not Found
• Formato dati: JSON (leggero, human-readable) o XML (verboso, schema validation)
• Headers: Content-Type: application/json, Accept: application/json, Authorization: Basic
• Stateless: ogni richiesta contiene tutte le informazioni — no sessione server-side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REST: GET=leggi, POST=crea, PUT=sostituisci, PATCH=modifica, DELETE=cancella.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RESTCONF e YANG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RESTCONF (RFC 8040): standard IETF per configurare device di rete via REST su HTTPS
• Base path: https://{device}/restconf/data/{yang-module}:{container}/{leaf}
• YANG: linguaggio di modellazione dati (RFC 6020) — definisce struttura della configurazione
• Namespace YANG: Cisco-IOS-XE-native (config Cisco) o ietf-interfaces (standard)
• Content-Type RESTCONF: application/yang-data+json o application/yang-data+xml
• NOTA: RESTCONF non disponibile su IOU — richiede IOS-XE (CSR1000v, Cat8000v)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RESTCONF = REST + YANG. Configurazione strutturata via API HTTPS. No CLI.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RESTCONF — GET con Python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import requests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import json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url = "https://10.0.0.1/restconf/data/ietf-interfaces:interfaces"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headers = {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"Accept": "application/yang-data+json",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"Content-Type": "application/yang-data+json"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response = requests.get(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url, headers=headers,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auth=("admin", "cisco"),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verify=False)  # no SSL verify in lab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data = response.json()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print(json.dumps(data, indent=2))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757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NETCONF e Confronto Protocolli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Panoramica protocolli di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NETCONF vs RESTCONF vs SNMP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SNMP: monitoring (pull + trap). MIB/OID non intuitivi. Standard ma limitato per config.
• NETCONF (RFC 6241): SSH + XML + YANG — config/operazionale. Transazioni atomiche.
• RESTCONF (RFC 8040): HTTP + JSON/XML + YANG — subset di NETCONF più semplice
• RESTCONF: ideale per sviluppatori (stesse librerie HTTP del web). No lock/commit.
• NETCONF: più potente (rollback, candidate config, lock) — preferito per automazione enterprise
• gRPC/gNMI: streaming telemetria — sostituto di SNMP per monitoring ad alta frequenza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ENCOR exam: RESTCONF=HTTP+YANG. NETCONF=SSH+XML+YANG. SNMP=monitoring legacy.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RESTCONF: 404 Not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URL corretto? YANG path valido? ip http secure-server abilitato su IOS-XE?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RESTCONF: 401 Unauthorized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Credenziali Base64 corrette? aaa authorization exec default local configurato?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RESTCONF non disponibile su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IOU non supporta RESTCONF — usare CSR1000v o IOS-XE su GNS3/EVE-NG per i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SSL verify error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Certificato self-signed su lab: verify=False in requests.get() per lab. In produzione: importare CA.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RESTCONF: RFC 8040. Base path: /restconf/data/. Usa HTTPS (443). Dati YANG in JSON o XML.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HTTP methods: GET=read, POST=create, PUT=replace, PATCH=update, DELETE=remove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YANG: linguaggio di modellazione dati. Cisco-IOS-XE-native: config Cisco. ietf-interfaces: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Content-Type RESTCONF: application/yang-data+json (non application/json classico)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Qual è la differenza tra NETCONF e RESTCONF?
A:  NETCONF (RFC 6241): SSH + XML, supporta transazioni atomiche, candidate config e lock. RESTCONF (RFC 8040): HTTP + JSON/XML, subset di NETCONF, più semplice ma senza transazioni.
Q:  Quale metodo HTTP si usa per modificare parzialmente una configurazione RESTCONF?
A:  PATCH — modifica solo i campi specificati senza sostituire l'intera risorsa. PUT sostituisce completamente la risorsa.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REST: metodi 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GET/POST/PUT/PATCH/DELETE. 200=OK, 201=Created, 404=Not Found, 401=Unauthorized.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RESTCONF + YANG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RESTCONF: HTTPS+YANG. Path: /restconf/data/module:container. JSON: yang-data+json.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NETCONF vs RESTCONF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NETCONF: SSH+XML, atomico, candidate. RESTCONF: HTTP+JSON, semplice. gNMI: telemetria.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