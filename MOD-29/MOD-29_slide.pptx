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MOD-29 — Network Assurance — SNMP, NetFlow e SPAN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11 — IP SERVICES  ·  2  ·  4.1 · 4.2 · 4.3 · 4.4 · 4.5 · 4.6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SNMP v2c/v3: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Syslog: livelli e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NetFlow: traffic accounting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 SLA: synthetic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SPAN/RSPAN: traffic mirroring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Network Assurance — Architettura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6983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983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Router/Switch
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4552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552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Syslog
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4552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552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SNMP NMS
(PRTG/Zabbix)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5520" y="50479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5520" y="50479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NetFlow
Collector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SNMP: polling/trap · Syslog: messaggi log · NetFlow: statistiche flusso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SNMP e Syslog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Monitoring e logging centralizzato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SNMP — Simple Network Management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SNMP: protocollo di monitoring e gestione dispositivi di rete (UDP 161/162)
• MIB (Management Information Base): database gerarchico di oggetti monitorabili (OID)
• SNMPv2c: community string (testo in chiaro) — semplice ma non sicuro
• SNMPv3: autenticazione (MD5/SHA) + cifratura (DES/AES) — standard enterprise
• Polling: NMS chiede (GET) al device — pull model, a intervalli regolari
• Trap/Inform: device notifica proattivamente l'NMS (SNMP Trap=UDP 162) — push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SNMPv3 = unico sicuro. Trap: device → NMS, UDP 162. Inform: trap con 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Syslog — Livelli di Severità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Syslog: standard di logging (RFC 5424) — messaggi di testo a un server centralizzato
• Porta: UDP 514 (default) o TCP 514 (reliable syslog)
• Livello 0 (Emergency): sistema inutilizzabile — critico
• Livello 1 (Alert): azione immediata richiesta
• Livello 2 (Critical): condizione critica hardware/software
• Livello 3 (Error): errori non fatali · 4 (Warning) · 5 (Notice) · 6 (Informational) · 7 (Debug)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Mnemonica livelli: Every Awesome Cisco Engineer Will Need Icecream Daily (0-7)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NetFlow, IP SLA e SPAN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Traffic accounting e synthetic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NetFlow e IP SLA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NetFlow: raccoglie statistiche sui flussi IP (src/dst IP, porta, protocollo, byte, pacchetti)
• Flusso NetFlow: identificato da 7 tuple — sorgente, destinazione, protocollo, porte, ToS, interfaccia
• Export: router invia record al collector via UDP 2055 (NetFlow v5/v9) o UDP 4739 (IPFIX)
• Uso: capacity planning, security (anomaly detection), billing, troubleshooting
• IP SLA: invia traffico sintetico per misurare latenza, jitter, packet loss su path specifici
• IP SLA ICMP Echo: ping sintetico periodico. IP SLA UDP Jitter: misura jitter VoIP.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NetFlow = osserva traffico reale. IP SLA = genera traffico sintetico per misurare il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SPAN e RSPAN — Traffic Mirroring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SPAN (Switched Port Analyzer): copia il traffico di una porta verso una porta monitor
• Uso SPAN: collegare un analizzatore (Wireshark, IDS) per vedere il traffico in tempo reale
• SPAN locale: porta sorgente e porta destinazione sullo stesso switch
• RSPAN (Remote SPAN): traffico mirrorato trasportato su una VLAN dedicata tra switch remoti
• ERSPAN: incapsula il traffico in GRE — trasporto su rete IP (non solo L2)
• Limitazione: SPAN non cattura errori L1/L2 (FCS error) — per quello serve tap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SPAN: mirror locale. RSPAN: mirror cross-switch via VLAN dedicata. ERSPAN: mirror via IP/GRE.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SNMP trap non arriva al NMS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snmp-server host configurato? UDP 162 non bloccato da ACL? Community string corretta?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NetFlow record non arrivano al collector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flow export destination configurato? UDP 2055 aperto? ip flow ingress sull'interfaccia?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non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schedule configurato? ip sla N: operation definita correttamente?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SPAN non cattura traffico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monitor session definita? Porta destinazione non in trunk/access normale?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SNMPv3: autenticazione + cifratura. SNMPv2c: solo community string (no encryption). v1: obsoleto.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Syslog livelli 0-7: Emergency, Alert, Critical, Error, Warning, Notice, Info, 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NetFlow: 7-tuple flusso. Export UDP 2055 (v5/v9) o 4739 (IPFIX). Collector separato dal router.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IP SLA: traffico sintetico per misurare latenza/jitter. Usato con tracking per floating static route.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SNMP Trap e SNMP Inform?
A:  Trap: UDP non affidabile, nessun ACK. Inform: il NMS invia un ACK — più affidabile ma richiede più risorse sul device.
Q:  Cosa misura IP SLA UDP Jitter?
A:  Misura latenza, jitter (variazione latenza) e packet loss su un path UDP — ideale per monitorare la qualità di path VoIP.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SNMP v2c/v3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SNMPv3: auth+encrypt. Trap=UDP162 (no ACK). Inform=ACK. Polling=GET. MIB=OID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NetFlow + IPFIX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NetFlow: 7-tuple, export UDP 2055. IPFIX=RFC NetFlow. Uso: security, capacity, billing.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SPAN/RSPAN/IP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IP SLA: synthetic test (ping/jitter). SPAN: mirror locale. RSPAN: cross-switch. ERSPAN: GRE/IP.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