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MOD-25 — Wireless Security — WPA2, WPA3 e 802.1X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9 — WIRELESS  ·  1.5  ·  2.1.g · 2.1.h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WEP e la sua vulnerabilità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WPA, WPA2, WPA3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802.1X EAP — autenticazione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PMF e protezione management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Wireless Security — Flusso 802.1X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91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91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Client
(Supplicant)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767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767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AP
(Authenticator)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RADIUS
(Auth Server)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8900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8900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WLC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EAP over wireless (EAPOL) tra Client-AP · RADIUS tra AP/WLC e Auth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Evoluzione della Sicurezza Wireless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Da WEP a WPA3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WEP, WPA, WPA2 — Confronto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WEP (1997): RC4 con IV 24-bit fisso → statisticamente forzabile in minuti. DEPRECATO.
• WPA (2003): TKIP (Temporal Key Integrity Protocol) — IV esteso, MIC — patch su hardware WEP
• WPA2 (2004): CCMP (AES-128 in CTR/CBC-MAC) — cifratura forte. Standard attuale.
• WPA3 (2018): SAE (Simultaneous Authentication of Equals) — sostituisce PSK, forward secrecy
• WPA3-Enterprise: 192-bit suite crittografica per ambienti high-security (governo, finanza)
• CCMP = Counter Mode Cipher Block Chaining Message Authentication Code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WPA2/CCMP = standard minimo. WPA3/SAE = no PSK catturabili, forward secrecy nativa.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802.1X EAP — Autenticazione Enterprise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802.1X: framework di autenticazione basato su porta — Supplicant / Authenticator / Auth Server
• Supplicant: client wireless che chiede l'accesso alla rete
• Authenticator: AP o WLC — "portinaia" che blocca il traffico fino all'autenticazione
• Auth Server: RADIUS (porta 1812/1813) — verifica credenziali e autorizza
• EAP (Extensible Authentication Protocol): trasporta le credenziali su 802.1X
• Tipi EAP: PEAP (username/password in TLS tunnel), EAP-TLS (certificati mutual), EAP-FAST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802.1X = 3 ruoli: Supplicant (client), Authenticator (AP/WLC), Auth Server (RADIUS)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PMF e Protezione Frame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Problema: frame management 802.11 (Deauth, Disassoc, Beacon) non cifrati in WPA2
• Attacco: Deauth spoofato → client disconnesso da rete — denial of service wireless
• PMF (Protected Management Frames): 802.11w — cifra e autentica frame management
• PMF Optional: client con e senza PMF coesistono — compatibilità massima
• PMF Required: solo client con PMF ammessi — sicurezza massima, no backward compat
• WPA3 impone PMF obbligatorio — prerequisito per certificazione Wi-Fi Alliance WPA3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PMF (802.11w) = cifra management frames. WPA3 lo richiede obbligatorio.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Client non si connette con WPA2-Enterprise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Certificato CA del RADIUS non fidato dal client? EAP type mismatch? RADIUS secret errata?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Deauth attack in corso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PMF non abilitato? Attivare PMF Required o Optional. Analisi spettro per trovare sorgente.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WPA3 SAE fallisce con client vecchi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Client non supportano SAE? Configurare WPA2/WPA3 in modalità transitional (mixed)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RADIUS timeout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WLC raggiunge RADIUS su UDP 1812? Shared secret identica? NAS-IP configurato correttamente?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WEP = RC4+IV24bit → ROTTO. WPA = TKIP (patch). WPA2 = CCMP/AES (standard). WPA3 = SAE.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802.1X: Supplicant=client, Authenticator=AP/WLC, Auth Server=RADIUS (UDP 1812/1813)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PEAP: credenziali in tunnel TLS (no certificato client). EAP-TLS: certificati mutual (client+server).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PMF (802.11w): protegge frame management da deauth spoofing. WPA3 lo richiede sempre.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Qual è il protocollo di cifratura usato da WPA2?
A:  CCMP (Counter Mode Cipher Block Chaining MAC Protocol) basato su AES-128.
Q:  In 802.1X, quale dispositivo blocca il traffico fino al completamento dell'autenticazione?
A:  L'Authenticator — di solito l'AP o il WLC. Apre la "porta logica" solo dopo RADIUS Access-Accept.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WPA2/WPA3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WEP=rotto. WPA=TKIP(patch). WPA2=CCMP/AES. WPA3=SAE(forward secrecy, no PSK catturabile).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802.1X EAP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802.1X: Supplicant(client)+Authenticator(AP)+RADIUS. PEAP=user/pass in TLS. EAP-TLS=cert mutual.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PMF 802.11w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PMF: cifra Deauth/Disassoc — blocca deauth spoofing. WPA3 impone PMF obbligatorio.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