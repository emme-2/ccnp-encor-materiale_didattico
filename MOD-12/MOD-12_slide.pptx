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MOD-12 — MPLS L2VPN (xconnect / AToM)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4 — MPLS  ·  1.5h  ·  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L2VPN vs L3VPN: quando usare ciascuno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Pseudowire e Attachment Circuit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xconnect: configurazione AToM su 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Verifica e troubleshooting pseudowire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MOD-12 — MPLS L2VPN AToM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7135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135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CE1
172.16.0.1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875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875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PE1
1.1.1.1
xconnect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106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06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P1-P2
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9576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9576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PE2
2.2.2.2
xconnect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3674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674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CE2
172.16.0.2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CE1 (VLAN 101) ↔ PE1 xconnect ↔ PE2 xconnect ↔ CE2 (VLAN 202). VC-ID 101. Backbone LDP pre-conf.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L2VPN AToM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Trasportare L2 su backbone MPLS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L2VPN vs L3VPN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L3VPN: PE fa routing — i CE sono in VRF, traffico IP instradato dal provider
• L2VPN: PE fa bridging/switching — il CE "vede" un link L2 diretto all'altro CE
• Pseudowire: tunnel virtuale L2 tra due PE — trasparente al traffico CE
• AToM (Any Transport over MPLS): standard Cisco per L2VPN su MPLS
• Attachment Circuit (AC): il link fisico/VLAN tra CE e PE — ingresso del pseudowire
• VC-ID: identificatore del circuito virtuale — deve essere uguale su entrambi i 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L2VPN: il provider trasporta frame L2 — i CE pensano di essere sullo stesso segmento.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xconnect — Configurazione AToM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Ethernet0/0.101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encapsulation dot1Q 101     ! attachment circuit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xconnect 2.2.2.2 101 encapsulation mpls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           ^peer-Lo0 ^VC-ID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Su PE2 (simmetrico):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Ethernet0/0.202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encapsulation dot1Q 202     ! VLAN diversa, VC-ID uguale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xconnect 1.1.1.1 101 encapsulation mpls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245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PE1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Verifica Pseudowire AToM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15600"/>
            <a:ext cx="5040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5600"/>
            <a:ext cx="11473200" cy="581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PE1# show xconnect all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Legend: XC ST=Xconnect State  S1=Segment1 State  S2=Segment2 State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ST  Segment-1         S1  Segment-2                    S2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UP  Et0/0.101:101     UP  MPLS 2.2.2.2:101            UP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PE1# show mpls l2transport vc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Local intf  St  Dest address  VC id  S/R  Pkts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Et0/0.101   UP  2.2.2.2       101    UP   1024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3200" y="1641600"/>
            <a:ext cx="2160000" cy="2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Pseudowire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VC-ID non corrispondente tra PE1 e PE2 — deve essere identico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xconnect non accettato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LDP non attivo sulla backbone o PE loopback non raggiungibile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CE1 non pinga CE2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stesso subnet ma su VLAN diverse — controllare ARP e tag VLAN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Pseudowire UP ma traffico 0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Interfaccia CE shutdown o VLAN non permessa sul trunk verso CE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VC-ID deve essere identico su entrambi i PE — è l'identificatore del circuito virtuale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xconnect usa LDP backbone per trasportare frame L2 — LDP deve essere attivo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L2VPN: PE non fa routing — trasparente al traffico CE. CE vede link L2 diretto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VLAN CE lato 1 ≠ VLAN CE lato 2 — il PE fa retagging tramite xconnect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Cos'è un Attachment Circuit in L2VPN?
A:  Il link fisico/logico (VLAN) tra il CE e il PE — è l'ingresso del pseudowire.
Q:  Perché i VC-ID devono corrispondere su entrambi i PE?
A:  Identificano il circuito virtuale end-to-end — PE1 cerca il peer con lo stesso VC-ID.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Pseudowire 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L2VPN: tunnel virtuale L2 tra PE. CE vede link diretto. PE non fa routing.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xconnect VC-ID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xconnect: 3 parametri — peer loopback, VC-ID (uguale su entrambi), encapsulation mpls.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AToM su MPLS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AToM trasporta Ethernet/VLAN su backbone MPLS. VLAN CE può essere diversa da lato a lato.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