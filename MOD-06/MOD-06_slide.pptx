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MOD-06 — BGP Traffic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2 — BGP  ·  2h  ·  1.11.c · 1.11.d · 1.11.e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Default route da ISP: network vs default-originate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Local Preference per controllare traffico uscente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AS-Path Prepend per controllare traffico entrante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BGP Community: comunicazione policy inter-AS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MED: suggerire entry-point preferito al peer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MOD-06 — BGP Traffic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69839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69839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AS 65001
Primario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7714440" y="16156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4440" y="16156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AS 65001
Secondario</a:t>
            </a:r>
          </a:p>
        </p:txBody>
      </p:sp>
      <p:sp>
        <p:nvSpPr>
          <p:cNvPr id="9" name="Rectangle 8"/>
          <p:cNvSpPr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69839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R4
AS 65000
Border Prim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14440" y="447587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4440" y="447587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AS 65000
Border Sec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0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R6
AS 65000
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AS 65000 (Customer) dual-homed: R4↔R1 primario, R5↔R3 secondario. TE con LP e AS-Path Prepend.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BGP Traffic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Controllare il flusso del traffico in e 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Local Preference — Traffico Uscente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Local Preference: attributo well-known discretionary, propagato solo in iBGP
• Valore default: 100. Più alto = preferito per il traffico uscente dall'AS
• Usa route-map per impostare LP: neighbor X route-map SET-LP in
• Scenario: link primario LP=200, link secondario LP=50 → tutto esce dal primario
• Failover automatico: se LP=200 cade, LP=50 diventa best path
• LP influenza solo il traffico uscente dall'AS (OUTBOUND)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Local Preference: alto = preferito per uscita. Configurato INBOUND sul border router.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AS-Path Prepend — Traffico Entrante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AS-Path: lista di AS attraversati — più corto = preferito dalla selezione BGP standard
• AS-Path Prepend: aggiunge ripetizioni del proprio AS nel path annunciato
• Effetto: il path artificialmente più lungo viene sfavorito dai peer
• Sintassi route-map: set as-path prepend &lt;AS&gt; &lt;AS&gt; &lt;AS&gt; (ripetizioni)
• Configurato OUTBOUND sul border router che vuole sfavorire quel link
• Influenza il traffico ENTRANTE nell'AS (peer vede path più lungo)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AS-Path Prepend: rendere un path più lungo per dirottare il traffico entrante sul link preferito.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BGP Community — Policy Inter-AS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Community: tag 32-bit (AA:NN) applicato ai prefissi BGP — comunicazione di policy
• Community well-known: NO_EXPORT (non uscire dall'AS), NO_ADVERTISE (non annunciare)
• Community custom: accordo bilaterale tra AS per comunicare preferenze
• Uso tipico: ISP offre community 65001:100=preferenza alta, 65001:50=bassa
• Il Customer tagga i prefissi con la community ISP per influenzare routing
• send-community: obbligatorio nella neighbor config (default: community non trasmessa)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Community = etichetta su un prefisso BGP per comunicare policy tra AS — send-community obbligatorio.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Local Preference + AS-Path Prepend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Local Pref sul link primario (R4)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SET-LP-HIGH permit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set local-preference 200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172.16.14.1 route-map SET-LP-HIGH in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AS-Path Prepend sul link secondario (R5)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route-map PREPEND-SECONDARY permit 10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set as-path prepend 65000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router bgp 65000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 neighbor 172.16.35.1 route-map PREPEND-SECONDARY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245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R4/R5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LP non cambia best path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LP cambia ma serve clear ip bgp soft — oppure route-map non matchata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AS-Path Prepend non ha effetto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send-community mancante o route-map non applicata outbound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Community non propagata al peer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Manca neighbor X send-community — default: community non inviata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Default route non ricevuta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neighbor X default-originate sul provider, oppure network 0.0.0.0 nel RIB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Local Preference (alto = preferito) controlla traffico USCENTE — configurato inbound sul border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AS-Path Prepend (path lungo = sfavorito) controlla traffico ENTRANTE — configurato outbound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Community: send-community deve essere esplicito nella neighbor 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MED: più basso = preferito — suggerisce al peer il punto di ingresso preferito (solo tra stesso AS)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Come far uscire tutto il traffico dal link primario?
A:  Local Preference alta (es. 200) sul link primario con route-map in inbound.
Q:  Come far entrare il traffico dal link primario?
A:  AS-Path Prepend sul link secondario (outbound) — path più lungo = sfavorito dal peer.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Local Preference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LP alto = uscita preferita. Configurato inbound sul border. Propagato in iBGP nell'AS.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AS-Path Prepend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Prepend = path lungo = sfavorito. Configurato outbound. Influenza traffico entrante.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BGP Community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Community = etichetta policy. send-community obbligatorio. NO_EXPORT, NO_ADVERTISE built-in.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