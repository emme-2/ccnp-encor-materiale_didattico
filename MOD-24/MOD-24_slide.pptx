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MOD-24 — Wireless Deployment &amp; WLC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9 — WIRELESS  ·  2  ·  2.1.d · 2.1.e · 2.1.f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AP autonomo vs lightweight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CAPWAP: control 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WLC: architettura e funzioni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FlexConnect e roaming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Architettura WLC — CAPWAP Tunnel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WLC
(controller)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9839" y="39038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9839" y="39038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AP-1
Lightweight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3360" y="39038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83360" y="39038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AP-2
Lightweight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9839" y="56199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9839" y="56199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CAPWAP control tunnel: WLC-AP (gestione) · CAPWAP data tunnel: traffico client centralizzato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AP Autonomo vs Lightweight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Modelli di deployment wireless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Autonomous vs Lightweight 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AP Autonomo: configurazione completa locale (SSID, sicurezza, VLAN) — standalone
• Gestione autonomo: individuale (SSH/console) — non scalabile oltre 10-15 AP
• AP Lightweight: configurazione minima locale — delega la gestione al WLC via CAPWAP
• WLC centralizza: RF management, sicurezza, roaming, QoS, policy per tutti gli AP
• Conversione: AP Cisco può essere convertito tra autonomo e lightweight con boot da TFTP
• Modello cloud: Cisco Meraki — AP lightweight con WLC cloud-based (Meraki Dashboard)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Lightweight AP = "thin" — fa solo RF e trasmissione. WLC fa tutto il resto.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CAPWAP — Control and Provisioning of Wireless 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CAPWAP: protocollo standard (RFC 5415) per comunicazione WLC-AP
• CAPWAP Control: UDP 5246 — configurazione, statistiche, autenticazione AP
• CAPWAP Data: UDP 5247 — traffico client incapsulato e inviato al WLC
• Discovery: AP invia CAPWAP Discovery Request broadcast → WLC risponde → join
• Split MAC: funzioni MAC divise tra AP (real-time: beacon, probe, ack) e WLC (auth, assoc)
• Sicurezza: tunnel DTLS opzionale per cifrare CAPWAP data — richiede licenza su alcuni modelli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CAPWAP Control=UDP 5246 · Data=UDP 5247. Split MAC: AP gestisce solo il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WLC, FlexConnect e Roaming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Centralizzazione e mobilità avanzata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WLC — Funzioni Principali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RF Management: seleziona canale e potenza per ogni AP automaticamente (RRM)
• Client Authentication: 802.1X/EAP, PSK, WebAuth — centralizzato per tutti gli AP
• Roaming: gestisce il passaggio di client tra AP — L2 roaming (stesso subnet) e L3 (anchor)
• QoS: marking e queuing centralizzati — policy uniforme su tutta la rete wireless
• WLAN Profile: SSID + sicurezza + VLAN mappata — applicato a gruppi di AP (AP Group)
• High Availability: WLC HA pairs (1:1) con SSO (Stateful Switchover) — zero downtime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RRM: Radio Resource Management — WLC ottimizza RF automaticamente (canale+potenza).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FlexConnect — AP in Uffici Remoti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WAN lenta/down → AP in modalità locale perde connessione WLC → client giù
• FlexConnect: AP può commutare il traffico localmente anche senza WLC (standalone mode)
• Local Switching: traffico client esce localmente sull'AP — non transita nel CAPWAP data
• Local Auth: AP autentica i client in locale (cache credenziali) se WLC non raggiungibile
• Connected mode: AP è connesso a WLC — WLC gestisce normalmente
• Standalone mode: WLC non raggiungibile — AP continua a servire client con config cache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FlexConnect = AP resiliente su WAN. Local switching riduce traffico verso sede centrale.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AP non fa join al WLC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CAPWAP Discovery fallisce? AP in subnet diversa da WLC: configurare option 43 DHCP o DNS cisco-capwap-controller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Client autentica ma non ottiene IP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VLAN mappata nel WLAN profile? DHCP server raggiungibile dall'AP/WLC? Trunk sulla porta AP?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Roaming lento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802.11r (FT) abilitato sul WLAN profile? PMK caching attivo? Stessa mobility group?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FlexConnect standalone: client disconnesso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WLAN non in FlexConnect local switching? AP non ha cached credentials per local auth?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CAPWAP Control=UDP 5246, Data=UDP 5247 — memorizzare le porte per l'esame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Split MAC: AP gestisce beacon/probe/ACK (real-time). WLC gestisce autenticazione/associazione.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FlexConnect: local switching = traffico non passa per WLC. Standalone = WLC non raggiungibile.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RRM: Radio Resource Management — WLC sceglie canale e potenza per ogni AP automaticamente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Quali porte UDP usa CAPWAP?
A:  CAPWAP Control = UDP 5246. CAPWAP Data = UDP 5247.
Q:  Cosa succede a un AP FlexConnect quando la WAN verso il WLC va down?
A:  Entra in standalone mode: continua a servire i client con configurazione in cache e autenticazione locale.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Lightweight + CAPWAP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AP Lightweight: solo RF real-time. CAPWAP: Control 5246/Data 5247. Split MAC divide funzioni.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WLC: RF +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WLC: RRM (RF auto), 802.1X centralizzato, roaming L2/L3, QoS, HA SSO.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FlexConnect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FlexConnect: local switching (no CAPWAP data) + standalone mode (WAN down, client serviti).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