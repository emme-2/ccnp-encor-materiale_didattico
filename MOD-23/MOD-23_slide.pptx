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MOD-23 — Wireless RF &amp; Fondamenta 802.11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9 — WIRELESS  ·  2  ·  2.1.a · 2.1.b · 2.1.c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Fondamenta RF: frequenze e canali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Standard 802.11 a/b/g/n/ac/ax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BSS, ESS e roaming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CSMA/CA e hidden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Architettura Wireless — BSS ed 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54299" y="27597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54299" y="27597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AP-1
BSSID-A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98900" y="27597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8900" y="27597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AP-2
BSSID-B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91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91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767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767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Client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00" y="132965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DS
(Rete cablata)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BSS = AP + client associati · ESS = più BSS con stesso SSID · DS = distribution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Radio Frequency Fundamentals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Frequenze, canali e propagazione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Bande di Frequenza Wi-Fi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2.4 GHz: range maggiore, penetrazione pareti ottima — ma solo 3 canali non sovrapposti (1, 6, 11)
• 5 GHz: range minore, più interferenze, ma 25+ canali non sovrapposti — throughput maggiore
• 6 GHz (Wi-Fi 6E): banda nuova, 59 canali da 20 MHz, solo dispositivi moderni
• RSSI (Received Signal Strength Indicator): misura in dBm — più vicino a 0 = più forte
• -70 dBm: soglia minima per dati, -80 dBm: voce marginalizzata, -90 dBm: inutilizzabile
• Path loss: il segnale decade con il quadrato della distanza + ostacoli fisici (pareti, metallo)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2.4 GHz: range migliore. 5 GHz: throughput migliore. Canali non sovrapposti = no co-channel interference.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Standard 802.11 — Evoluzione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802.11b (1999): 2.4 GHz, 11 Mbps — prima diffusione di massa
• 802.11a (1999): 5 GHz, 54 Mbps — OFDM, meno diffuso per costo
• 802.11g (2003): 2.4 GHz, 54 Mbps, OFDM — retrocompatibile con b
• 802.11n (2009): 2.4+5 GHz, fino a 600 Mbps — introduce MIMO (più antenne)
• 802.11ac (2013): 5 GHz, fino a 3.5 Gbps — MU-MIMO, beamforming, canali 80/160 MHz
• 802.11ax / Wi-Fi 6 (2019): 2.4+5+6 GHz — OFDMA, TWT, BSS Coloring, fino a 9.6 Gbps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MIMO = più flussi spaziali. OFDMA (ax) = divide canale tra più client simultaneamente.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BSS, ESS, CSMA/CA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Associazione e accesso al mezzo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BSS, SSID, BSSID ed 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BSS (Basic Service Set): un AP + tutti i client ad esso associati
• BSSID: indirizzo MAC dell'AP — identifica univocamente un BSS
• SSID: nome della rete wireless (stringa, fino a 32 caratteri)
• ESSID: stesso SSID su più AP — forma l'ESS (Extended Service Set)
• DS (Distribution System): rete cablata che connette gli AP tra loro
• Roaming: client si sposta da AP-1 a AP-2 mantenendo stesso SSID — reassociation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BSS = una cella AP. ESS = più celle stessa rete. BSSID=MAC AP, SSID=nome rete.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CSMA/CA e Hidden Node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CSMA/CA: Carrier Sense Multiple Access / Collision Avoidance — ascolta prima di trasmettere
• Wireless non può rilevare collisioni (half-duplex) — usa backoff casuale per evitarle
• DCF (Distributed Coordination Function): DIFS + random backoff + ACK obbligatorio
• Hidden node: Client A e Client B non si sentono tra loro — collisioni sull'AP invisibili
• Soluzione hidden node: RTS/CTS (Request to Send / Clear to Send) — riserva il mezzo
• RTS/CTS: overhead aggiuntivo — usato solo quando hidden node è un problema reale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CSMA/CA ≠ CSMA/CD. Wireless usa AVOIDANCE (evita) non DETECTION (rileva).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Throughput basso su 2.4 GHz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Co-channel interference? Canali sovrapposti (solo 1/6/11 non sovrapposti). Analisi spettro.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Client non si associa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SSID nascosto? Tipo di sicurezza mismatch (WPA2 vs WPA3)? RSSI troppo basso (-80 dBm)?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Roaming lento (sticky client)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Client rimane su AP distante. 802.11r (fast BSS transition) non supportato? BSS Max Idle?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Hidden node problem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Attivare RTS/CTS: dot11 rts threshold 500 sull'AP — soglia in byte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Canali non sovrapposti 2.4 GHz: 1, 6, 11 — tutti gli altri si sovrappongono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802.11ax (Wi-Fi 6): OFDMA divide il canale tra più client — differenza chiave rispetto ad 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BSSID = MAC del radio dell'AP. SSID = nome rete. Un AP può avere più SSID (diversi BSSID)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CSMA/CA: listen before talk + random backoff + ACK obbligatorio — no collision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Quanti canali non sovrapposti ha la banda 2.4 GHz?
A:  3 canali non sovrapposti: 1, 6 e 11. Tutti gli altri si sovrappongono e causano co-channel interference.
Q:  Qual è la differenza principale tra 802.11ac e 802.11ax?
A:  802.11ax introduce OFDMA: divide il canale tra più client simultaneamente. 802.11ac usa OFDM con un client per volta per slot temporale.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2.4 vs 5 GHz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2.4 GHz: range &gt; penetrazione, 3 canali non sovrapposti. 5 GHz: throughput &gt; canali. 6 GHz: Wi-Fi 6E.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802.11ax: OFDMA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ax/Wi-Fi 6: OFDMA (multi-client), BSS Coloring, TWT. MIMO=flussi spaziali. MU-MIMO=multi-utente.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CSMA/CA + RTS/CTS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CSMA/CA: DIFS+backoff+ACK. Hidden node→RTS/CTS. BSS=1 AP. ESS=più AP stesso SSID.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