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MOD-16 — IP SLA &amp; SPAN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Network Assurance  ·  2h  ·  4.3 · 4.4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IP SLA: monitoraggio proattivo della rete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Object Tracking: azioni condizionali su SLA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Local SPAN: cattura traffico su switch locale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RSPAN: cattura traffico cross-switch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ERSPAN: cattura traffico su reti IP remote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MOD-16 — IP SLA e SPAN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76600" y="10436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00" y="10436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Target SLA
1.1.1.1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245429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429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SW1
SPA Local
SRC: e1/0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9890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890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SW2
RSPAN dest
e1/1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919" y="53339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919" y="53339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PC1
Sorgente
traffic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7679" y="53339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7679" y="53339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Sniffer
SPAN dest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SPAN locale su SW1: sorgente e1/0 (PC1) → dest e1/1. RSPAN: SW1 e1/0 → VLAN 999 → SW2 e1/1.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IP SLA &amp; SPAN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Monitoraggio proattivo e analisi traffico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IP SLA — Monitoraggio Proattivo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IP SLA: genera traffico sintetico per misurare la disponibilità di un percorso
• Tipi: icmp-echo (latency/availability), udp-jitter (voce/video), http, tcp-connect
• Frequenza: probe ogni N secondi — rilevazione rapida rispetto a routing protocol
• Threshold: configurare reaction per trigger alert (SNMP trap, syslog)
• Object track: collega SLA a decisioni di routing (rotta condizionale, HSRP decrement)
• ip sla schedule: obbligatorio per avviare la sonda — senza schedule il SLA non gira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IP SLA = monitoraggio proattivo. Rileva failure prima che OSPF/BGP convergano.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SPAN, RSPAN e ERSPAN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SPAN (Switched Port ANalyzer): copia traffico da source port/VLAN a destination port locale
• Destinazione SPAN: porta collegata a sniffer/IDS — non invia traffico normale
• RSPAN (Remote SPAN): usa una VLAN dedicata per trasportare il traffico mirror cross-switch
• VLAN RSPAN: non inviare traffico utente — solo RSPAN traffic (no-learn, no-mac)
• ERSPAN (Encapsulated RSPAN): incapsula in GRE — trasporta il mirror su rete IP routable
• Limitazioni SPAN: può ridurre performance dello switch se alta percentuale del traffico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SPAN=locale, RSPAN=cross-switch via VLAN dedicata, ERSPAN=routable via GRE. Scegliere in base alla distanza.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SPAN e RSPAN — Configurazione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Local SPAN su SW1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monitor session 1 source interface Et1/0 both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monitor session 1 destination interface Et1/1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RSPAN — SW1 (sorgente)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vlan 999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remote-span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monitor session 2 source interface Et1/0 both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monitor session 2 destination remote vlan 999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RSPAN — SW2 (destinazione)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monitor session 2 source remote vlan 999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monitor session 2 destination interface Et1/1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029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SW1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SPAN non cattura traffico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Sessione non configurata o porta dest in access — SPAN dest non deve ricevere traffico normale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RSPAN VLAN non transita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VLAN 999 non permessa sul trunk SW1↔SW2 o remote-span non configurato sulla VLAN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SLA sempre 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sla schedule non configurato — senza schedule la sonda non gira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SPAN degrada performance switch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Troppo traffico da specchiare — ridurre sorgenti o usare ERSPAN con sampling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SPAN: locale al singolo switch. RSPAN: cross-switch via VLAN dedicata. ERSPAN: IP routable via GRE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RSPAN VLAN: no-learn, no-mac — non deve trasportare traffico normale utente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IP SLA: ip sla schedule obbligatorio — senza schedule la sonda non parte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SPAN destination port: non invia traffico normale — non connettere host normali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Quando usare RSPAN invece di SPAN?
A:  Quando sorgente e destinazione sono su switch diversi — RSPAN usa una VLAN dedicata per trasportare il mirror.
Q:  IP SLA vs ICMP ping manuale?
A:  IP SLA: continuo, schedulato, integrato con object tracking. Ping manuale: one-shot, non automatizzabile.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IP SLA Proattivo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IP SLA genera traffico sintetico continuo. Rileva failure rapido. Integrato con track e routing.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SPAN Locale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SPAN: copia traffico porta/VLAN → dest locale. Non impatta routing. Dest non forward normale.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RSPAN / ERSPAN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RSPAN: VLAN dedicata cross-switch. ERSPAN: GRE su IP routable. Entrambi per analisi remota.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