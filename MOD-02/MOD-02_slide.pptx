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MOD-02 — OSPFv2 Aree &amp; Summarization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 — OSPF  ·  2h  ·  3.2.a · 3.2.b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Architettura OSPF multi-area: ABR e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Summarization inter-area con area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Stub Area e Totally-Stub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NSSA e redistribuzione esterna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Virtual Link: quando e come usarlo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518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9600" y="528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1600" y="525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ASBR e summary-address per rotte esterne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MOD-02 — Aree e ABR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7135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135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R7
Area 99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623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623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ABR 15/99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R5
ABR 0/15/25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29980" y="24737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9980" y="24737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R3/R4/R6
Area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782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782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Area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R5: ABR Area0/15/25 · R1: ABR Area15/99 · Area 0: backbone con R3-R4-R5-R6 · summarization su R5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OSPF Multi-Area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Scalabilità e riduzione della LSDB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Architettura Multi-Area OSPF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Area 0 (backbone): obbligatoria — tutte le altre aree devono connettersi ad area 0
• ABR (Area Border Router): connette due o più aree, mantiene LSDB separate per ciascuna
• LSA Type 1 (Router LSA): restano confinati nell'area di origine
• LSA Type 3 (Summary LSA): generati dall'ABR per annunciare prefissi inter-area
• Vantaggio: fallimento in area X non causa recalcolo SPF nelle altre aree
• ASBR: redistribuisce rotte esterne (LSA Type 5) verso tutto il dominio OSPF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Ogni area ha la propria LSDB — ABR traduce Type 1/2 in Type 3 verso le altre aree.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Stub, Totally-Stub e NSSA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Stub area: blocca LSA Type 5 (rotte esterne) — ABR inietta default route (Type 3)
• Totally-Stub: blocca anche LSA Type 3 (inter-area) — solo default route rimane
• NSSA (Not-So-Stubby Area): come stub ma permette redistribuzione locale (LSA Type 7)
• LSA Type 7 → Type 5: l'ABR converte quando esce dall'NSSA verso il backbone
• Tutti i router in un'area stub/NSSA devono avere la stessa configurazione (area X stub)
• Totally-NSSA (area X nssa no-summary): massima riduzione LSDB con redistribuzione locale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Totally-Stub = minima LSDB possibile: solo prefissi interni + default route dall'ABR.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Summarization e Virtual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Ottimizzazione e continuità backbone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Summarization Inter-Area e ASBR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area range (su ABR): aggrega prefissi inter-area — riduce LSDB nelle aree adiacenti
• Sintassi: area 15 range 10.15.0.0 255.255.252.0  (su ABR che confina con Area 15)
• summary-address (su ASBR): aggrega rotte esterne (Type 5) prima dell'annuncio
• Vantaggio: meno LSA = convergenza più rapida + meno memoria nei router interni
• Attenzione: la summary route è attiva solo se almeno un prefisso subordinato esiste
• Discard route: IOS installa automaticamente una rotta Null0 per evitare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area range sull'ABR: N prefissi dell'area diventano 1 summary verso il backbone.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Virtual Link — Quando e 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una nuova area non può connettersi direttamente ad Area 0
• Virtual Link: estende logicamente Area 0 attraverso una transit area non-stub
• Sintassi: area &lt;transit-area&gt; virtual-link &lt;router-id-remoto&gt;  su entrambi gli ABR
• Limitazioni: la transit area NON può essere stub/totally-stub/NSSA
• Il Virtual Link è un'interfaccia OSPF logica — vive in Area 0, transita altrove
• Uso reale limitato: preferire ridisegno topologico se possibile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Virtual Link come eccezione, non come design normale — transit area non può essere stub.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ABR Summarization + Stub + Virtual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ospf 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area 15 range 10.15.0.0 255.255.252.0  ! summarize Area 15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area 25 range 10.25.0.0 255.255.252.0  ! summarize Area 25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area 25 stub                            ! totally-stub: aggiungere no-summary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area 99 virtual-link 1.1.1.1            ! VL via Area 15 (R5→R1)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Su ASBR per rotte redistribuite: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summary-address 192.168.100.0 255.255.252.0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02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Summarization e Stub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R5# show ip route ospf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 IA 10.15.0.0/22 [110/11] via 10.1.15.2   ! summary Area 15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O*IA 0.0.0.0/0   [110/1]  via 10.0.0.4     ! default in stub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R5# show ip ospf border-routers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OSPF Process 100 internal Routing Table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Codes: i - Intra-area route, I - Inter-area route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 1.1.1.1 [11] via 10.1.15.2, Et0/0.51, ABR, Area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209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Virtual Link non si 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Transit area configurata come stub — VL richiede transit area non-stub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Summary non appare nella routing table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Nessun prefisso subordinato attivo — verificare che almeno una rotta dell'area esista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Default route non ricevuta in stub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Non tutti i router dell'area hanno "area X stub" — configurazione deve essere uniforme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LSA Type 5 presenti in stub area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Un router dell'area non ha "area X stub" — blocca propagazione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Tutti i router in una stub area devono avere "area X stub" — configurazione non-uniforme = adiacenza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area range va configurato sull'ABR, lato area da aggregare — non nel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Virtual Link: transit area non può essere stub/NSSA — altrimenti non funziona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LSA Type 7 (NSSA) viene convertito in Type 5 dall'ABR verso il backbone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Stub e Totally-Stub?
A:  Stub blocca Type 5 (esterne). Totally-Stub blocca anche Type 3 (inter-area) — solo default route rimane.
Q:  Perché la transit area di un Virtual Link non può essere stub?
A:  Il VL appartiene ad Area 0: richiederebbe LSA di Area 0 attraverso la transit area, impossibile in stub.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Gerarchia Aree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Area 0 obbligatoria. ABR traduce LSA Type 1/2 in Type 3. Virtual Link solo come eccezione.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Summarization ABR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area range sull'ABR aggrega N prefissi in 1 summary — riduce LSDB e accelera convergenza.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Stub/Totally-Stub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Stub blocca Type 5; Totally-Stub blocca anche Type 3. NSSA permette redistribuzione locale.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