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200" b="1" i="0">
                <a:solidFill>
                  <a:srgbClr val="EDEBDC"/>
                </a:solidFill>
                <a:latin typeface="Montserrat"/>
              </a:rPr>
              <a:t>MAGNETICO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800" b="1" i="0">
                <a:solidFill>
                  <a:srgbClr val="EF6A01"/>
                </a:solidFill>
                <a:latin typeface="Montserrat"/>
              </a:rPr>
              <a:t>MOD-04 — OSPF Troubleshooting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396600" y="3491999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3636000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700" b="0" i="0">
                <a:solidFill>
                  <a:srgbClr val="EDEBDC"/>
                </a:solidFill>
                <a:latin typeface="Montserrat"/>
              </a:rPr>
              <a:t>AREA 1 — OSPF  ·  4h  ·  1.10.a-d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318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EDEBDC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6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96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93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Metodologia troubleshooting OSPF strutturata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724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832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796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Scenario A: adiacenze mancanti (timer, auth, area)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588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696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660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Scenario B: rotte assenti nella routing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452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560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524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Scenario C: External Type E1 vs E2 e metriche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316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424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388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Scenario D: OSPFv3 dual-stack diagnostica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5180400"/>
            <a:ext cx="792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09600" y="5288400"/>
            <a:ext cx="18000" cy="64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1600" y="5252400"/>
            <a:ext cx="103716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Montserrat"/>
              </a:rPr>
              <a:t>Tool: debug ip ospf e interpretazione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Topologia MOD-04 — Troubleshooting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999" y="651599"/>
            <a:ext cx="11689202" cy="5720401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4703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4703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R1
Area 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23219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23219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R2
Area 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11736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1736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R3
ABR+ASBR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8900" y="218771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R4
ABR 0/1/2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2280" y="3331799"/>
            <a:ext cx="144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R5
Area 2 Stub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1600" y="6498000"/>
            <a:ext cx="11430000" cy="30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Montserrat"/>
              </a:rPr>
              <a:t>R3: ABR + ASBR (redistribuisce static) · R4: ABR · R5: Area 2 Stub · auth MD5 su R1-R4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Metodologia Troubleshooting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482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Montserrat"/>
              </a:rPr>
              <a:t>Approccio sistematico a problemi OSPF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Framework Troubleshooting 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Livello 1 — Fisica: interfaccia UP/UP? show interfaces / show ip interface brief
• Livello 2 — Adiacenza: show ip ospf neighbor → stato e Dead timer
• Livello 3 — LSDB: show ip ospf database → LSA presenti e completi
• Livello 4 — Routing Table: show ip route ospf → prefissi installati nel RIB
• Livello 5 — Forwarding: ping / traceroute → traffico effettivo
• Debug: debug ip ospf adj | hello → usare con cautela, poi undebug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Seguire la pila dal basso: fisica → adiacenza → LSDB → RIB → forwarding.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E1 vs E2 — Metriche Rotte Esterne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51599"/>
            <a:ext cx="125999" cy="5252401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05599"/>
            <a:ext cx="11509201" cy="51444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• E1 (External Type 1): metrica = costo OSPF interno + seed metric esterna
• E2 (External Type 2, default): metrica = solo seed metric esterna (costo interno ignorato)
• E2 preferisce il percorso con seed metric più bassa — indifferente alla topologia interna
• E1 preferisce il percorso totale più corto — tiene conto della topologia OSPF
• Redistribuzione: redistribute static metric 20 metric-type 1 subt type come E1
• In pratica: E1 per rotte dove conta la topologia interna; E2 per rotte "flat"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976000"/>
            <a:ext cx="11833200" cy="792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6084000"/>
            <a:ext cx="11473200" cy="666001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1" i="0">
                <a:solidFill>
                  <a:srgbClr val="EF6A01"/>
                </a:solidFill>
                <a:latin typeface="Montserrat"/>
              </a:rPr>
              <a:t>Concetto chiave:  E2 default: metrica statica. E1: metrica cumulativa. Usare E1 quando la topologia interna conta.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989000"/>
            <a:ext cx="10393200" cy="12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CONFIGURAZIONE &amp; VERIFICA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357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000000"/>
                </a:solidFill>
                <a:latin typeface="Montserrat"/>
              </a:rPr>
              <a:t>Debug e Diagnostica OSPF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05600"/>
            <a:ext cx="11473200" cy="5972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 --- Sequenza diagnostica standard ---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show ip ospf neighbor          ! stato adiacenze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show ip ospf neighbor detail   ! MTU, auth, timers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show ip ospf database          ! LSDB completa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show ip ospf database external ! solo LSA Type 5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show ip route ospf             ! RIB OSPF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!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debug ip ospf adj              ! messaggi adiacenza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debug ip ospf hello            ! pacchetti Hello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ourier New"/>
              </a:rPr>
              <a:t>undebug all                    ! stop debug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029600"/>
            <a:ext cx="11401200" cy="2160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59200" y="759600"/>
            <a:ext cx="720000" cy="21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0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51999" y="669600"/>
          <a:ext cx="11689201" cy="6062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1220"/>
                <a:gridCol w="7597981"/>
              </a:tblGrid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Area 0 non si vede da area stub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LSA Type 5 bloccati in stub area — usare NSSA se serve redistribuzione locale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E2 route preferisce percorso sbagliato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E2 ignora costo interno — passare a metric-type 1 per routing topology-aware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212480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MD5 auth: adiacenza bloccata in INIT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Key mismatch o key-id diverso — verificare ip ospf authentication message-digest e key 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212481"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OSPFv3 prefix non appare nel RIB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63500" bIns="63500" lIns="101600" rIns="101600"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Montserrat"/>
                        </a:rPr>
                        <a:t>ipv6 unicast-routing non abilitato o interfaccia non abilitata in area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51599"/>
            <a:ext cx="7920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2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17600" y="669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E2 (default): metrica solo esterna. E1: metrica esterna + interna. E1 più corretto per topologie complesse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7600" y="1263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show ip ospf neighbor detail: mostra MTU, dead timer, auth type — tutto ciò che causa blocco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7600" y="1857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Stub area: area X stub su TUTTI i router dell'area — anche su un solo router = adiacenza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7600" y="2451600"/>
            <a:ext cx="105156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▶  debug ip ospf adj: vedere perché due router non formano adiacenza in tempo reale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207600"/>
            <a:ext cx="11430000" cy="350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297600"/>
            <a:ext cx="11142000" cy="336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Montserrat"/>
              </a:rPr>
              <a:t>Q:  Differenza tra E1 e E2 nelle rotte OSPF esterne?
A:  E2 (default): metrica = solo seed metric esterna. E1: metrica = seed + costo OSPF interno accumulato.
Q:  Quale comando mostra l'autenticazione configurata su un'interfaccia OSPF?
A:  show ip ospf interface &lt;int&gt; — mostra auth type, key-id e stato.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24000"/>
            <a:ext cx="1147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044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32000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756000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000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Framework L1→L5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99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Fisica → adiacenza → LSDB → RIB → forwarding. Non saltare livelli.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3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23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63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23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E1 vs 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83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E2 metrica piatta (default); E1 cumulativa. Usare E1 quando la topologia interna conta.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2799" y="1188000"/>
            <a:ext cx="3608400" cy="5094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2799" y="1332000"/>
            <a:ext cx="3608400" cy="57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6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76799" y="1908000"/>
            <a:ext cx="296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2799" y="2015999"/>
            <a:ext cx="34284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Debug Selettivo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8798" y="2484000"/>
            <a:ext cx="3356401" cy="372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400" b="0" i="0">
                <a:solidFill>
                  <a:srgbClr val="EDEBDC"/>
                </a:solidFill>
                <a:latin typeface="Montserrat"/>
              </a:rPr>
              <a:t>debug ip ospf adj/hello + undebug all. show ip ospf neighbor detail = primo posto dove guardare.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62000"/>
            <a:ext cx="121932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