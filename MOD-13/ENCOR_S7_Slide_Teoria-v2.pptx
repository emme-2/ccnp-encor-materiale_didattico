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CCNP ENCOR 350-401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 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·  FHRP  ·  IP SLA  ·  SPAN  ·  QoS MQC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384048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8346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</a:t>
            </a:r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GNS3  ·  IOU L2 / IOU L3  ·  VPCS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703320"/>
            <a:ext cx="694944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188720" y="3703320"/>
            <a:ext cx="694944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65960" y="3703320"/>
            <a:ext cx="694944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0" y="3703320"/>
            <a:ext cx="694944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20440" y="3703320"/>
            <a:ext cx="694944" cy="685800"/>
          </a:xfrm>
          <a:prstGeom prst="rect">
            <a:avLst/>
          </a:prstGeom>
          <a:solidFill>
            <a:srgbClr val="1C4E80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297680" y="3703320"/>
            <a:ext cx="694944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74920" y="3703320"/>
            <a:ext cx="694944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852160" y="3703320"/>
            <a:ext cx="694944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29400" y="3703320"/>
            <a:ext cx="694944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06640" y="3703320"/>
            <a:ext cx="694944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183880" y="3703320"/>
            <a:ext cx="694944" cy="685800"/>
          </a:xfrm>
          <a:prstGeom prst="rect">
            <a:avLst/>
          </a:prstGeom>
          <a:solidFill>
            <a:srgbClr val="1D6FA4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7033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Topologia Lab – Sessione 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23360" cy="35661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51560"/>
            <a:ext cx="385876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[WAN / Upstream]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R1  e0/0  ← QoS outbound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e0/1         e0/2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(trunk)          (trunk)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|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SW1               SW2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HSRP Active        HSRP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VLAN10 Active      VLAN20 Active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  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e0/2+e0/3 ←── Po1 ──→ e0/2+e0/3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|                  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e1/0: PC1 (VLAN10)  e1/0: PC2 (VLAN20)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e1/1: SPAN-dst VPCS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005840"/>
          <a:ext cx="4160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 R1↔SW1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10.0.12.0/30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100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 R1↔SW2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10.0.13.0/30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200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10 Data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10.10.10.0/24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VIP .1 · SW1 .2 · SW2 .3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20 Voice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10.10.20.0/24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VIP .1 · SW2 .2 · SW1 .3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 Lo0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1.1.1.1/32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 IP SLA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10.10.10.10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SW1 e1/0 · VLAN 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10.10.20.10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SW2 e1/0 · VLAN 20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SPAN-dst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SW1 e1/1 · sniffer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EtherChannel LACP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Aggregazione link e negoziazione IEEE 802.3ad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3.1.b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EtherChannel LACP  |  Concetti Chiave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 2-8 link fisici in un canale logico (Po1)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IEEE 802.3ad: protocollo di negoziazione standard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Modalità:  active → invia PDU  |  passive → risponde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Almeno un lato deve essere active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banda (aggregazione) e ridondanza (failover automatico)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4114800" cy="822960"/>
          </a:xfrm>
          <a:prstGeom prst="rect">
            <a:avLst/>
          </a:prstGeom>
          <a:solidFill>
            <a:srgbClr val="FFF3CD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7490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Parametri da far coincidere su tutti i membri: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· Duplex · Allowed VLAN · Native VLAN · Modalità trunk/access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1417320" cy="658368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801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 PDU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/ Rx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1417320" cy="658368"/>
          </a:xfrm>
          <a:prstGeom prst="rect">
            <a:avLst/>
          </a:prstGeom>
          <a:solidFill>
            <a:srgbClr val="1C4E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01168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1417320" cy="658368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8346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Port-Channel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3566160"/>
            <a:ext cx="1417320" cy="658368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5661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04688" y="1609344"/>
            <a:ext cx="987552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011680"/>
            <a:ext cx="0" cy="77724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011680"/>
            <a:ext cx="0" cy="82296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3163824"/>
            <a:ext cx="987552" cy="0"/>
          </a:xfrm>
          <a:prstGeom prst="line">
            <a:avLst/>
          </a:prstGeom>
          <a:noFill/>
          <a:ln w="1905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↔ SW2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EtherChannel LACP  |  Comandi &amp; Verifica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114800" cy="18288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39502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SW1(config)# interface range e0/2 - 3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SW1(config-if-range)# channel-group 1 mode active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SW1(config)# interface port-channel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SW1(config-if)# switchport trunk encapsulation dot1q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SW1(config-if)# switchport mode trunk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SW1(config-if)# switchport trunk allowed vlan 10,20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Stessa config su SW2 (mode active / active OK su LACP)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3291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21024"/>
            <a:ext cx="4114800" cy="1261872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666744"/>
            <a:ext cx="395020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etherchannel summary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Po1: U (in-use), P (in-bundle)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etherchannel 1 detail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protocollo LACP, partner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int po1 trunk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VLAN 10,20 allowed and active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LACP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SW1 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SW2 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Bundle?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Sì (statico)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active/passive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754880" y="3566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due porte passive non si aggregano mai — almeno una active richiesta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 – Tuning &amp; Protezione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bridge, PortFast, BPDU Guard, Root Guard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3.1.c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– STP  |  Teoria &amp; Configurazione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opera su Po1 come singolo link logico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valore più basso vince il root bridge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Valori: multipli di 4096  (default = 32768)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PortFast: bypassa Listening/Learning → forwarding immediato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Usare SOLO su porte host (access), MAI su trunk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BPDU Guard: porta PortFast riceve BPDU → err-disabled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Guard: porta riceve superior BPDU → root-inconsistent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– Root VLAN 10 / Backup VLAN 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402336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9047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4096   (VLAN 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8192   (VLAN 20)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4023360" cy="34747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14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– Root VLAN 20 / Backup VLAN 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62072"/>
            <a:ext cx="402336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907792"/>
            <a:ext cx="3858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4096   (VLAN 20)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8192   (VLAN 10)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406908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069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Protezione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4074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PortFast + BPDU Guard su e1/0 (access)  |  Root Guard su Po1 (trunk)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v2 – Gateway Ridondante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Standby Router Protocol – Load balancing inter-VLAN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3.4.c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– HSRP v2  |  Concetti &amp; Load Balancing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virtuale condiviso per i client – un IP / un MAC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router è Active (risponde al VIP), l'altro è Standby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HSRPv2: gruppi 0-4095, multicast 224.0.0.102, supporto IPv6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(default 100): chi è più alto diventa Active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Preempt: il router con priority più alta riprende Active dopo recovery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ridotti (1/3s): convergenza più veloce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con 2 Gruppi HSRP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89888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 (Gr.10)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 (Gr.20)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  (110)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Standby 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Standby (100)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  (110)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10.10.10.1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10.10.20.1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663440" y="29718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PC1 usa GW 10.10.10.1 (traffic via SW1)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PC2 usa GW 10.10.20.1 (traffic via SW2)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7947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794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4133088"/>
            <a:ext cx="41148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" y="4178808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Vl10: Active  |  Vl20: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standby brief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Vl20: Active  |  Vl10: Standby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 + Object Tracking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attivo della raggiungibilità → decremento HSRP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– IP SLA + Track  |  Catena di Failover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1828800" cy="777240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→ 1.1.1.1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1440180"/>
            <a:ext cx="2743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984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828800" cy="777240"/>
          </a:xfrm>
          <a:prstGeom prst="rect">
            <a:avLst/>
          </a:prstGeom>
          <a:solidFill>
            <a:srgbClr val="1C4E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40180"/>
            <a:ext cx="2743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2984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828800" cy="777240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-20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1440180"/>
            <a:ext cx="2743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2984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20840" y="1051560"/>
            <a:ext cx="1828800" cy="777240"/>
          </a:xfrm>
          <a:prstGeom prst="rect">
            <a:avLst/>
          </a:prstGeom>
          <a:solidFill>
            <a:srgbClr val="B7770D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 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9659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65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Logica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30428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invia probe ICMP verso R1 Lo0 (1.1.1.1) ogni 5 secondi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R1 non risponde entro 5s → IP SLA fallisce → Track DOWN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decrementa priority SW1 VLAN 10:  110 → 90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(priority 100) supera SW1 → diventa Active su VLAN 10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a preempt, SW1 riprende Active quando R1 torna up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 SW1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304288"/>
            <a:ext cx="4069080" cy="23774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350008"/>
            <a:ext cx="39044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sla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icmp-echo 1.1.1.1 source-int vlan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frequency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sla schedule 1 life forever start-time now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ip sla 1 reachability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vlan 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standby 10 track 1 decrement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HSRP Live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fault su R1 – convergenza osservabile in real-time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3.4.c + 4.4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– Failover Live  |  Sequenza di Eventi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411480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continuo da PC1 verso 1.1.1.1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" y="1463040"/>
            <a:ext cx="0" cy="118872"/>
          </a:xfrm>
          <a:prstGeom prst="line">
            <a:avLst/>
          </a:prstGeom>
          <a:noFill/>
          <a:ln w="12700">
            <a:solidFill>
              <a:srgbClr val="1D6FA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1480" y="1581912"/>
            <a:ext cx="411480" cy="384048"/>
          </a:xfrm>
          <a:prstGeom prst="ellipse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e0/1 su R1  →  link R1↔SW1 cade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1965960"/>
            <a:ext cx="0" cy="118872"/>
          </a:xfrm>
          <a:prstGeom prst="line">
            <a:avLst/>
          </a:prstGeom>
          <a:noFill/>
          <a:ln w="12700">
            <a:solidFill>
              <a:srgbClr val="C05A0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11480" y="2084832"/>
            <a:ext cx="411480" cy="384048"/>
          </a:xfrm>
          <a:prstGeom prst="ellipse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848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SLA timeout (5s)  →  Track 1 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" y="2468880"/>
            <a:ext cx="0" cy="118872"/>
          </a:xfrm>
          <a:prstGeom prst="line">
            <a:avLst/>
          </a:prstGeom>
          <a:noFill/>
          <a:ln w="12700">
            <a:solidFill>
              <a:srgbClr val="C05A0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11480" y="2587752"/>
            <a:ext cx="411480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877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priority SW1 VLAN10: 110 → 90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" y="2971800"/>
            <a:ext cx="0" cy="118872"/>
          </a:xfrm>
          <a:prstGeom prst="line">
            <a:avLst/>
          </a:prstGeom>
          <a:noFill/>
          <a:ln w="12700">
            <a:solidFill>
              <a:srgbClr val="9B59B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" y="3090672"/>
            <a:ext cx="411480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9067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preempt vince  →  diventa Active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" y="3474720"/>
            <a:ext cx="0" cy="118872"/>
          </a:xfrm>
          <a:prstGeom prst="line">
            <a:avLst/>
          </a:prstGeom>
          <a:noFill/>
          <a:ln w="12700">
            <a:solidFill>
              <a:srgbClr val="1A7A4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11480" y="3593592"/>
            <a:ext cx="411480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935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611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2-3 packet loss – ping riprende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" y="3977640"/>
            <a:ext cx="0" cy="118872"/>
          </a:xfrm>
          <a:prstGeom prst="line">
            <a:avLst/>
          </a:prstGeom>
          <a:noFill/>
          <a:ln w="12700">
            <a:solidFill>
              <a:srgbClr val="1A7A4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11480" y="4096512"/>
            <a:ext cx="411480" cy="384048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0965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 R1 e0/1  →  preempt SW1 recupera Active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1005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Comandi Verifica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371600"/>
            <a:ext cx="4069080" cy="32918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1417320"/>
            <a:ext cx="39044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Prima del fault: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→ Vl10 Active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Dopo shutdown R1 e0/1: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track 1           → Down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→ Vl10 priority 90,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standby brief     → Vl10 Active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Dopo recovery: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→ Vl10 Active (preempt)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ip sla statistics 1  → failures &gt; 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mirroring nello stesso switch – SW2 → VPCS sniffer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– Local SPAN  |  Concetti &amp; Configurazione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copia il traffico di porte sorgente verso una porta destinazione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porta destination è rimossa dal normale forwarding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Rx, Tx o Both – specifica la direzione da monitorare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SPAN: sorgente e destinazione sullo stesso switch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L2: destination port accetta SPAN ma non risponde a 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54787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886200"/>
            <a:ext cx="402336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931920"/>
            <a:ext cx="38587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SW2(config)# monitor session 1 source interface e1/0 both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SW2(config)# monitor session 1 destination interface e1/1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Avvia dump su SPAN-dst VPCS: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SPAN-dst&gt; packet-dump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3200400"/>
          </a:xfrm>
          <a:prstGeom prst="rect">
            <a:avLst/>
          </a:prstGeom>
          <a:solidFill>
            <a:srgbClr val="E8F4FB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– Local SPAN Session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1691640" cy="1005840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087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(VLAN20)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29400" y="1508760"/>
            <a:ext cx="1691640" cy="1005840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50876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SPAN-dst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2011680"/>
            <a:ext cx="4572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1031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copia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7490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49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096512"/>
            <a:ext cx="4114800" cy="8229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142232"/>
            <a:ext cx="39502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monitor session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Type: Local Session | Source: e1/0 | Dest: e1/1 | Status: Up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– Remote SPAN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cross-switch via VLAN riflessiva: SW1 → Po1 → SW2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– RSPAN  |  Architettura &amp; Configurazione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Architettura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VLAN (999): speciale 'remote-span', non routata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(source): inietta traffico clonato nella VLAN 999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 (trunk): trasporta VLAN 999 tra SW1 e SW2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 (destination): estrae da VLAN 999 → porta sniffer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L2 supporta RSPAN – aggiungere VLAN 999 agli allowed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1371600" cy="914400"/>
          </a:xfrm>
          <a:prstGeom prst="rect">
            <a:avLst/>
          </a:prstGeom>
          <a:solidFill>
            <a:srgbClr val="1D6FA4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e1/0 (PC1)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32004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08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1371600" cy="914400"/>
          </a:xfrm>
          <a:prstGeom prst="rect">
            <a:avLst/>
          </a:prstGeom>
          <a:solidFill>
            <a:srgbClr val="1C4E80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999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1691640"/>
            <a:ext cx="320040" cy="0"/>
          </a:xfrm>
          <a:prstGeom prst="line">
            <a:avLst/>
          </a:prstGeom>
          <a:noFill/>
          <a:ln w="254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5087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1234440"/>
            <a:ext cx="1371600" cy="914400"/>
          </a:xfrm>
          <a:prstGeom prst="rect">
            <a:avLst/>
          </a:prstGeom>
          <a:solidFill>
            <a:srgbClr val="1A7A4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12344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e1/1 (sniffer)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Config Step-by-Step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005072"/>
            <a:ext cx="8823960" cy="10058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050792"/>
            <a:ext cx="8659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1. RSPAN VLAN su entrambi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999 / name RSPAN / remote-span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2. Source session su SW1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source interface e1/0 both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destination remote vlan 999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3. Destination session su SW2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source remote vlan 999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2 destination interface e1/1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4. VLAN 999 sul trunk Po1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po1 / switchport trunk allowed vlan add 999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ERSPAN – Teoria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Remote SPAN via GRE su rete IP routed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4.3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– ERSPAN  |  Comparazione SPAN / RSPAN / ERSPAN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0116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Trasporto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L2 – stesso switch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L2 – VLAN trunk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 – GRE su 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 switch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Multi-switch L2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Qualunque rete IP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Overhead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Nessuno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VLAN riflessiva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GRE header + ERSPAN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IOU L2 support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Sì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7A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✓ Sì (parziale)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✗ No (serve IOS-XE)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 case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Debug locale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Multi-switch campus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DC, WAN, cloud, IDS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520440"/>
            <a:ext cx="310896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Sintassi IOS-XE (riferimento esame)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3858768"/>
            <a:ext cx="8778240" cy="10972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3904488"/>
            <a:ext cx="86136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3 type erspan-source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source interface GigabitEthernet1 both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erspan-id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 address 10.0.0.100    ! IP del collector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ip address 10.0.0.1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MQC – Child &amp; Parent Policy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→ Marking → Priority / Bandwidth / Police  |  Shape 10 Mbps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1.5.a/b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Priority · Bandwidth · Police · Shape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01168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(LLQ)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strict priority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Servita PRIMA di tutto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Eccedente → DROPPATO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VoIP, real-time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87752" y="1005840"/>
            <a:ext cx="2011680" cy="56692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(CBWFQ)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87752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garantito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87752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banda libera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87752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Eccedente → ACCODATO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87752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dati critici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64024" y="1005840"/>
            <a:ext cx="2011680" cy="56692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64024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Taglia a rata fissa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buffer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64024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Eccedente → DROP/REMARK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64024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MGMT, untrusted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40296" y="1005840"/>
            <a:ext cx="2011680" cy="56692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0296" y="1005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40296" y="1572768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1572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del rate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0296" y="201168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20116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Bufferizza eccesso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0296" y="2450592"/>
            <a:ext cx="2011680" cy="420624"/>
          </a:xfrm>
          <a:prstGeom prst="rect">
            <a:avLst/>
          </a:prstGeom>
          <a:solidFill>
            <a:srgbClr val="F4F8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31736" y="24505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 → introduce delay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40296" y="288950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1736" y="28895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parent/WAN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3429000"/>
            <a:ext cx="8778240" cy="1417320"/>
          </a:xfrm>
          <a:prstGeom prst="rect">
            <a:avLst/>
          </a:prstGeom>
          <a:solidFill>
            <a:srgbClr val="EBF5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4930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pratica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3840480"/>
            <a:ext cx="64008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382219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 → traffico real-time: latenza zero, l'eccesso viene droppato intenzionalmente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4087368"/>
            <a:ext cx="64008" cy="2011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4069080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→ traffico importante non real-time: garantisci il minimo, usa la banda libera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4334256"/>
            <a:ext cx="64008" cy="20116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4315968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police    → controllo rigido senza buffer: taglia i picchi in modo istantaneo (management)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4581144"/>
            <a:ext cx="64008" cy="2011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4562856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    → solo nella parent policy: simula il CIR del link WAN, bufferizza senza droppare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Struttura Policy e Classi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8778240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PM-WAN-PARENT   class-default →   shape average 10 Mbps   →   service-policy PM-CHILD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32004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1572768"/>
            <a:ext cx="1280160" cy="8778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7276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CM-VOICE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591056"/>
            <a:ext cx="3200400" cy="384048"/>
          </a:xfrm>
          <a:prstGeom prst="rect">
            <a:avLst/>
          </a:prstGeom>
          <a:solidFill>
            <a:srgbClr val="E8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59105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ACL-VOICE:  SIP tcp/udp 5060  +  RTP udp 16384-32767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2048256"/>
            <a:ext cx="1463040" cy="347472"/>
          </a:xfrm>
          <a:prstGeom prst="rect">
            <a:avLst/>
          </a:prstGeom>
          <a:solidFill>
            <a:srgbClr val="FEF9E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048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ef  (46)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33288" y="1682496"/>
            <a:ext cx="342900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168249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percent 30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2834640"/>
            <a:ext cx="32004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700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2578608"/>
            <a:ext cx="1280160" cy="8778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57860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CM-MGMT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596896"/>
            <a:ext cx="3200400" cy="384048"/>
          </a:xfrm>
          <a:prstGeom prst="rect">
            <a:avLst/>
          </a:prstGeom>
          <a:solidFill>
            <a:srgbClr val="E8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59689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ACL-MGMT:   SSH tcp 22  +  Telnet tcp 23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3054096"/>
            <a:ext cx="1463040" cy="347472"/>
          </a:xfrm>
          <a:prstGeom prst="rect">
            <a:avLst/>
          </a:prstGeom>
          <a:solidFill>
            <a:srgbClr val="FEF9E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0540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cs2 (16)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33288" y="2688336"/>
            <a:ext cx="3429000" cy="65836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33288" y="268833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police rate 512000 bps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3840480"/>
            <a:ext cx="320040" cy="0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758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3C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51560" y="3584448"/>
            <a:ext cx="1280160" cy="877824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584448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class-default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3160" y="3602736"/>
            <a:ext cx="3200400" cy="384048"/>
          </a:xfrm>
          <a:prstGeom prst="rect">
            <a:avLst/>
          </a:prstGeom>
          <a:solidFill>
            <a:srgbClr val="E8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3602736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tutto ciò che non matcha CM-VOICE o CM-MGMT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23160" y="4059936"/>
            <a:ext cx="1463040" cy="347472"/>
          </a:xfrm>
          <a:prstGeom prst="rect">
            <a:avLst/>
          </a:prstGeom>
          <a:solidFill>
            <a:srgbClr val="FEF9E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0599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af21 (18)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33288" y="3694176"/>
            <a:ext cx="3429000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3694176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percent 40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ACL, Class-map &amp; Child Policy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ACL + class-map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26974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5060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udp any any eq 5060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udp any any range 16384 32767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22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23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ACL-MGMT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Child Policy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26974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90448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percent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eccedente 30% → droppato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cs2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police rate 512000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conform-action transmit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exceed-action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af21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bandwidth percent 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DATA: no ACL, cattura il resto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42062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06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Parent + apply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535424"/>
            <a:ext cx="877824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4581144"/>
            <a:ext cx="8613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PM-WAN-PARENT /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average 10000000 / service-policy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e0/0 / service-policy output PM-WAN-PARENT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Verifica Struttura &amp; Contatori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show policy-map interface e0/0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572000" cy="352044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40740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Service-policy output: PM-WAN-PARENT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Class-map: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Traffic Shaping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Target/Average: 10000000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Service-policy: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Class-map: CM-VOICE (match-any)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Strict Priority – 30%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Packets matched: X  Bytes: 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Class-map: CM-MGMT (match-any)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dscp cs2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Police: 512000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conform: transmit  exceed: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Dropped: Z packets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Class-map: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dscp af21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Bandwidth – 40%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74920" y="1005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Cosa osservare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4920" y="1371600"/>
            <a:ext cx="3749040" cy="3520440"/>
          </a:xfrm>
          <a:prstGeom prst="rect">
            <a:avLst/>
          </a:prstGeom>
          <a:solidFill>
            <a:srgbClr val="E8F4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481328"/>
            <a:ext cx="118872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481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CM-VOICE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1783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matched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con traffico SIP/RTP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304288"/>
            <a:ext cx="1188720" cy="292608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3042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CM-MGMT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66360" y="2606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SSH/Telnet supera 512 kbps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3127248"/>
            <a:ext cx="1188720" cy="2926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1272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class-default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66360" y="3429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tutto il resto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min garantito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3950208"/>
            <a:ext cx="1188720" cy="29260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950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66360" y="42519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rate ≤ 10 Mbps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delay visibile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QoS  |  Architettura del Scenario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51460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–  MARKING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e0/2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2514600" cy="7498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27048"/>
            <a:ext cx="2350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 VLAN20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dscp ef / af21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0" y="1170432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27832" y="1005840"/>
            <a:ext cx="2514600" cy="4572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–  CHILD 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1481328"/>
            <a:ext cx="2514600" cy="7498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27048"/>
            <a:ext cx="2350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30%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40%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fair-queue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42432" y="1170432"/>
            <a:ext cx="301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44184" y="1005840"/>
            <a:ext cx="2514600" cy="4572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4184" y="10058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–  PARENT POLICY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+ child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44184" y="1481328"/>
            <a:ext cx="2514600" cy="7498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527048"/>
            <a:ext cx="235000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10 Mbps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PM-CHILD nested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39572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 vs  Bandwidth  vs  Shape – differenze chiave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8778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28600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Meccanismo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(LLQ)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(CBWFQ)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Traffico eccedente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Droppato / policed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Accodato (WFQ/FIFO)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Bufferizzato – no drop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Latenza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Minima – real-time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Variabile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Aumenta (buffer delay)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 case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VoIP, video conferenza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Dati critici, backup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WAN rate-limit, parent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Dove si usa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Child 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Child 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Parent policy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STEP 1  |  Marking Inbound su R1 e0/2 (VLAN 20)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Concetto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traffico di VLAN 20 entra su R1 e0/2 non marcato (DSCP 0 – Best Effort)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ACL identifica la subnet sorgente 10.10.20.0/24 (PC2)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 inbound marca DSCP EF (46) sul traffico VLAN 20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resto (VLAN 10 / PC1) riceve DSCP AF21 (18) via class-default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marking a L3 persiste nel pacchetto IP per tutto il percorso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Comandi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6908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417320"/>
            <a:ext cx="39044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VLAN20-ACL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ip 10.10.20.0 0.0.0.255 any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match-all CM-VLAN20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VLAN20-ACL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PM-MARK-IN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CM-VLAN20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dscp af21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input PM-MARK-IN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096512"/>
            <a:ext cx="8778240" cy="804672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4142232"/>
            <a:ext cx="86136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policy-map interface e0/2 input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CM-VLAN20: packets &gt; 0 → set dscp ef attivo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 class-default: packets &gt; 0 → set dscp af21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– STEP 2+3  |  Child Policy &amp; Parent Shaping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Child Policy – queuing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160520" cy="315468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399592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dscp ef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dscp af21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 percent 30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LLQ: priorità assoluta, eccesso droppato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bandwidth percent 40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CBWFQ: minimo garantito, usa eccesso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fair-queue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Parent Policy – shape + child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24231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9044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PM-WAN-PARENT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shape average 10000000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Simula WAN 10 Mbps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Bufferizza eccesso – no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service-policy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! Child annidata nel bucket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output PM-WAN-PARENT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85876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858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 struttura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4187952"/>
            <a:ext cx="4069080" cy="6858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4233672"/>
            <a:ext cx="3904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policy-map interface e0/0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PM-WAN-PARENT → shape 10Mbps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PM-CHILD → CM-VOICE priority / CM-DATA bw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 – Control Plane Policing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Protezione della CPU del router · Police su ping, MGMT e routing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5.2.b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– CoPP  |  Cos'è e Perché Serve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Concetto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 protegge la CPU del router limitando il traffico che la raggiunge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CoPP: un ping flood, scan SSH o flood OSPF può saturare la CPU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plane: traffico che attraversa il router (CEF) → CoPP NON lo tocca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plane: traffico DESTINATO alla CPU → CoPP agisce qui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sintassi MQC (class-map + policy-map) ma applicata a control-plane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service-policy INPUT: non esiste outbound su control-plane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Police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CM-CoPP-ROUTING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OSPF + EIGRP + BGP (tcp 179)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Mbps – critico, no drop legittimi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CM-CoPP-MGMT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SSH (tcp 22) + Telnet (tcp 23)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512 kbps – limita accesso 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CM-CoPP-ICMP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ICMP any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 kbps – diagnostica, blocca flood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class-default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tutto il resto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7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128 kbps – catch-all di sicurezza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11480" y="41148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Applicazione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4443984"/>
            <a:ext cx="8778240" cy="59436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4489704"/>
            <a:ext cx="8613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input PM-CoPP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Protegge la CPU da qualunque interfaccia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– CoPP  |  ACL, Class-map &amp; Policy-map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ACL + class-map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34930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ACL-CoPP-ROUTING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ospf any any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eigrp any any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179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eq 179 any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ACL-CoPP-MGMT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22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any any eq 23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ACL-CoPP-ICMP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icmp any any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CM-CoPP-ROUTING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ACL-CoPP-ROUTING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CM-CoPP-MGMT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ACL-CoPP-MGMT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class-map match-any CM-CoPP-ICMP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match access-group name ACL-CoPP-ICMP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Policy-map + apply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3493008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17320"/>
            <a:ext cx="3904488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policy-map PM-CoPP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CM-CoPP-ROUTING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police rate 1000000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conform-action transmit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exceed-action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CM-CoPP-MGMT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police rate 512000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conform-action transmit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exceed-action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CM-CoPP-ICMP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police rate 64000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conform-action transmit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exceed-action drop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 class-default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police rate 128000 bps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conform-action transmit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exceed-action drop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service-policy input PM-CoPP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49377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937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5248656"/>
            <a:ext cx="8778240" cy="50292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5294376"/>
            <a:ext cx="86136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policy-map control-plane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PM-CoPP attiva  |  conformed &gt; 0  |  exceeded = 0 con traffico normale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463040"/>
            <a:ext cx="1280160" cy="1280160"/>
          </a:xfrm>
          <a:prstGeom prst="ellipse">
            <a:avLst/>
          </a:prstGeom>
          <a:solidFill>
            <a:srgbClr val="1D6FA4"/>
          </a:solidFill>
          <a:ln w="254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194560" y="14630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&amp; Wrap-up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finale · Domande di Review per l'esame CCNP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3017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Syllabus: All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 – Checklist Finale &amp; Domande di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8691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 ENCOR 350-401  ·  Sessione 7  ·  GNS3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Checklist Fine Lab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4206240" cy="2743200"/>
          </a:xfrm>
          <a:prstGeom prst="rect">
            <a:avLst/>
          </a:prstGeom>
          <a:solidFill>
            <a:srgbClr val="1E2D3D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17320"/>
            <a:ext cx="404164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etherchannel summary        → Po1: U + 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spanning-tree vlan 10       → SW1 is root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standby brief               → Vl10 Active / Vl20 Standby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ip sla statistics 1         → Return code: OK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SW1# show track 1                     → Reachability is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SW2# show monitor session 2           → RSPAN Remote Dest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 show policy-map int e0/0         → PM-WAN-PARENT + PM-CHILD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 show policy-map control-plane    → PM-CoPP attiva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Review – Esame CCNP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69080" cy="3200400"/>
          </a:xfrm>
          <a:prstGeom prst="rect">
            <a:avLst/>
          </a:prstGeom>
          <a:solidFill>
            <a:srgbClr val="EBF5FB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732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LACP: due porte passive si aggregano?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HSRP vs VRRP vs GLBP: quando usi GLBP?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dest port: può fare forwarding normale?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RSPAN VLAN: perché 'remote-span'?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vs bandwidth: eccedente VOICE?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perché introduce jitter?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CoPP: data plane vs control plane?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 class-default: perché è essenziale?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DSCP EF / AF21 / CS2: decimal value?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251960"/>
            <a:ext cx="420624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2519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sessione: S8 – Virtualizzazione &amp; Overlay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  ·  GRE Tunneling  ·  IPSec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CCNP ENCOR 350-401 – Sessione 7</dc:title>
  <dc:subject>PptxGenJS Presentation</dc:subject>
  <dc:creator>ENCOR Lab</dc:creator>
  <cp:lastModifiedBy>ENCOR Lab</cp:lastModifiedBy>
  <cp:revision>1</cp:revision>
  <dcterms:created xsi:type="dcterms:W3CDTF">2026-05-11T08:13:18Z</dcterms:created>
  <dcterms:modified xsi:type="dcterms:W3CDTF">2026-05-11T08:13:18Z</dcterms:modified>
</cp:coreProperties>
</file>