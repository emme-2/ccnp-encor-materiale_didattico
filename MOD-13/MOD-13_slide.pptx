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MOD-13 — EtherChannel LACP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Layer 2 Technologies  ·  1h  ·  3.1.b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EtherChannel: aggregazione di link fisici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LACP vs PAgP vs Static: quando usare quale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Requisiti di compatibilità per il bundle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Load balancing: algoritmi e configurazione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Verifica e troubleshooting EtherChannel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MOD-13 — EtherChannel LACP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76600" y="132965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00" y="132965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R1
Router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45429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429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SW1
HSRP Active V10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9890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890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SW2
HSRP Active V20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5379" y="533393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5379" y="533393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PC1
VLAN 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67820" y="533393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7820" y="533393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PC2
VLAN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SW1↔SW2: Po1 LACP (e0/2+e0/3). R1 uplink: VLAN 100 (SW1) + VLAN 200 (SW2). HSRP su SVI.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EtherChannel LACP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Aggregazione link per banda e ridondanza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EtherChannel — Fondamenta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EtherChannel: aggrega 2-8 link fisici in un singolo bundle logico (Port-Channel)
• Vantaggi: banda aggregata + ridondanza automatica (link failure non causa down)
• STP vede il Port-Channel come singola porta — evita loop senza bloccare link
• LACP (802.3ad): standard IEEE — negoziazione automatica, consigliato
• PAgP (Port Aggregation Protocol): proprietario Cisco — legacy
• Static (on): nessuna negoziazione — rischioso (misconfiguration non rilevata)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LACP = 802.3ad standard. STP vede un solo link logico — usa Po1 anziché e0/2+e0/3.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LACP — Requisiti e Load Balancing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Requisiti bundle: stessa velocità, duplex, VLAN allowed, native VLAN, modalità trunk/access
• LACP mode: active/active (negozia) oppure active/passive (uno negozia, uno aspetta)
• Algoritmo load balancing: src-mac, dst-mac, src-dst-mac, src-ip, dst-ip, src-dst-ip
• Hash deterministico: stesso flusso usa sempre lo stesso link fisico — no reordering
• Scegliere il metodo in base al traffico: src-dst-ip per traffico IP generico
• port-channel load-balance src-dst-ip: configurato globalmente sullo switch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LACP active/active: entrambi i lati negoziano. Stessi parametri L2 su tutti i link del bundle.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CONFIGURAZIONE &amp; VERIFICA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EtherChannel LACP — Configurazione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range Ethernet0/2 - 3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switchport trunk encapsulation dot1q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switchport mode trunk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switchport trunk allowed vlan 10,20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channel-group 1 mode active   ! LACP active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Port-channel 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switchport trunk encapsulation dot1q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switchport mode trunk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switchport trunk allowed vlan 10,20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port-channel load-balance src-dst-ip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1677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SW1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Verifica EtherChannel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15600"/>
            <a:ext cx="5040000" cy="23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 i="0">
                <a:solidFill>
                  <a:srgbClr val="FFB600"/>
                </a:solidFill>
                <a:latin typeface="Montserrat"/>
              </a:rPr>
              <a:t>▼  VERIFICA ATTESA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85600"/>
            <a:ext cx="11473200" cy="581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SW1# show etherchannel summary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Flags: D-down  P-bundled  s-suspended  I-stand-alone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   H-Hot-standby  U-in-use  f-failed-alloc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Number of channel-groups in use: 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Group  Port-channel  Protocol   Ports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1      Po1(SU)       LACP       Et0/2(P) Et0/3(P)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SW1# show lacp neighbor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Channel group 1 neighbors — Partner ports: Et0/2, Et0/3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53200" y="2073600"/>
            <a:ext cx="2160000" cy="25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EF6A01"/>
                </a:solidFill>
                <a:latin typeface="Montserrat"/>
              </a:rPr>
              <a:t>← atteso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Port in stato "s" (suspended)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Mismatch VLAN allowed o native VLAN tra i membri del bundle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Port-Channel non si forma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Mode incompatibile: active↔on non funziona — usare active↔active o active↔passive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Un link non si aggiunge al bundle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Velocità o duplex diverso — tutti i link devono essere identici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Traffic sbilanciato su un solo link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Algoritmo load-balance non adatto al traffico — cambiare con port-channel load-balance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LACP (802.3ad) = standard. PAgP = Cisco. Static (on) = rischioso senza negoziazione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active/active o active/passive per LACP. passive/passive = non funziona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Tutti i link del bundle: stessa velocità, duplex, VLAN allowed, native VLAN, modo trunk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STP vede Po1 come singola porta — eliminazione loop automatica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LACP mode active vs passive?
A:  Active: invia LACP PDU e negozia. Passive: risponde solo se riceve LACP. Entrambi passive = no bundle.
Q:  Perché EtherChannel non causa loop STP?
A:  STP vede Port-Channel come singola interfaccia logica — non ci sono path multipli da considerare.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LACP 802.3ad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LACP standard IEEE. active/active consigliato. Static rischioso senza feedback.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Bundle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Tutti i link uguali: velocità, duplex, VLAN, native, mode. Uno sbagliato = suspended.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STP + Load 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STP vede Po1 come un link. Load balance: src-dst-ip per traffico generico.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