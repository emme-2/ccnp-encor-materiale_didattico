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MOD-20 — LISP &amp; VXLAN — Architettura SD-Access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4 — OVERLAY &amp; SD-ACCESS  ·  1.5  ·  4.9, 4.10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Il problema della mobilità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LISP — EID, RLOC e flusso Map-Request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VXLAN — VNI, VTEP e incapsulamento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LISP + VXLAN in SD-Access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Exam Tips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Architettura LISP + VXLAN — SD-Access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91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Host A
(EID)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3875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ITR (xTR-A)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0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LISP MS/MR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444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ETR (xTR-B)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Host B
(EID)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Separazione EID (identità) vs RLOC (locazione) — flusso Map-Request/Reply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PARTE 1 — LISP: Locator/ID Separation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Separazione identità/locazione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Il Problema della Mobilità IP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In IP tradizionale un indirizzo ha due ruoli: identità (chi sei) e locazione (dove sei)
• La mobilità è costosa: ogni spostamento richiede cambio IP o aggiornamenti routing massivi
• LISP separa i due piani: EID (Endpoint Identifier) identifica chi sei — fisso
• RLOC (Routing Locator) identifica dove sei — cambia con la posizione nella rete
• Analogia: EID = numero di telefono (fisso), RLOC = cella GSM corrente (variabile)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LISP = separazione identità/locazione — host mantiene EID anche cambiando rete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Componenti LISP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EID: indirizzo logico del dispositivo — invariato con lo spostamento
• RLOC: indirizzo del router di bordo che raggiunge l'EID — varia con posizione
• Map-Server (MS): riceve registrazioni EID→RLOC dagli xTR, popola il database
• Map-Resolver (MR): risponde alle Map-Request degli ITR con il RLOC corretto
• ITR: riceve traffico, invia Map-Request, incapsula in UDP/4341 verso RLOC
• ETR: riceve pacchetti LISP incapsulati, decapsula, consegna all'EID locale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xTR = router che svolge sia ITR che ETR — ruolo tipico in SD-Access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Flusso Map-Request/Reply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1. Host A (EID: 10.1.1.10) vuole raggiungere Host B (EID: 10.2.1.10)
• 2. ITR non ha mappatura EID→RLOC in cache: invia Map-Request al MR
• 3. MR risponde con Map-Reply: "RLOC = 203.0.113.254 (xTR di Host B)"
• 4. ITR incapsula: [outer IP: ITR→RLOC][UDP 4341][EID payload originale]
• 5. ETR (203.0.113.254) riceve, decapsula, consegna a Host B
• 6. ITR salva mappatura in cache (TTL configurabile) — no Map-Request ripetute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Porta LISP = UDP 4341. Cache ITR evita Map-Request per ogni pacchetto.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PARTE 2 — VXLAN: Virtual eXtensible 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Segmentazione estesa su rete 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Il Limite di 802.1Q e la Soluzione VXLAN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802.1Q VLAN tag: 12 bit → max 4.096 segmenti — insufficiente per datacenter multi-tenant
• VXLAN usa VNI (VXLAN Network Identifier): 24 bit → ~16.777.216 segmenti
• VXLAN incapsula l'intero frame L2 originale in pacchetto UDP/IP
• VTEP (VXLAN Tunnel Endpoint): dispositivo che incapsula/decapsula — switch, hypervisor, router
• Underlay: rete IP routable tra VTEP. Overlay: segmenti L2 virtuali (VNI) su L3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VNI 24-bit = ~16 milioni di segmenti vs 4.096 VLAN 802.1Q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Struttura Pacchetto VXLAN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Stack: Outer IP | UDP (dport 4789) | VXLAN Header | Inner Ethernet Frame
• Outer IP Header: VTEP-A → VTEP-B (underlay — qualsiasi rete IP routable)
• UDP Header: porta destinazione 4789 (IANA), porta sorgente = hash del flusso
• VXLAN Header: 8 byte — VNI 24-bit + flag I + reserved
• Inner Ethernet Frame: frame L2 originale dell'host — MAC src/dst inclusi
• Overhead: ~50 byte per frame vs 4 byte tag 802.1Q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Porta VXLAN = UDP 4789. L'intero frame Ethernet è preservato nell'overlay.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BUM Traffic e VTEP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BUM = Broadcast/Unknown unicast/Multicast — traffico da inondare a tutti i VTEP del VNI
• Opzione 1 — Multicast underlay: ogni VNI mappa a un gruppo multicast IP nell'underlay
• Opzione 2 — Ingress Replication: VTEP mittente invia copia unicast a ciascun VTEP
• Multicast: scalabile, richiede multicast routing nell'underlay
• Ingress Replication: semplice, no multicast, overhead proporzionale a N VTEP
• Cisco SD-Access usa ingress replication — no multicast richiesto nel campus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SD-Access: ingress replication per BUM — semplicità di deployment campus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PARTE 3 — LISP + VXLAN in SD-Access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Cisco Campus Fabric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SD-Access: Separazione dei Piani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Control Plane = LISP: gestisce mobilità endpoint, mappa EID→RLOC
• Data Plane = VXLAN: trasporta frame L2 su L3 con segmentazione VNI
• Policy Plane = SGT (Security Group Tag): policy per gruppo, indipendente dall'IP
• Fabric Edge (xTR + VTEP): router di accesso — incapsula/decapsula + registra EID
• Fabric Border: connette la fabric a reti esterne, ha ruolo MS/MR
• Catalyst Center: orchestrazione centralizzata — provisioning automatico dei nodi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SD-Access: LISP=control · VXLAN=data · SGT=policy — tripletta da memorizzare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Confronto SD-Access vs SD-WAN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SD-Access (campus): Fabric Edge = switch Catalyst, gestito da Catalyst Center
• SD-WAN (WAN): vEdge/cEdge, gestito da Cisco vManage
• Analogia controllo: LISP (SD-Access) vs OMP (SD-WAN)
• Analogia locazione: RLOC (SD-Access) vs TLOC (SD-WAN)
• Entrambi separano control plane da data plane — stesso principio, ambiti diversi
• Domanda ENCOR: "quale è il control plane SD-Access?" = LISP (Fabric Control Plane node)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NOTA: LISP e VXLAN non configurabili su IOU — questo modulo è teoria pura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Map-Request senza risposta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MR non raggiungibile o xTR non registrato — verificare ip lisp database e connettività al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VTEP non si trova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Underlay routing non converge — ping tra VTEP IP (RLOC) deve funzionare prima di VXLAN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Host non si sposta correttamente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Cache ITR scaduta o non aggiornata — clear lisp cache / attendere TTL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BUM flooding eccessivo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VNI non mappato a gruppo multicast o lista ingress replication incompleta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EID = chi sei (fisso), RLOC = dove sei (variabile) — separazione fondamentale di LISP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MS riceve registrazioni EID→RLOC, MR risponde alle Map-Request — ruoli distinti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VNI = 24 bit = ~16 milioni di segmenti (vs 4.096 VLAN 802.1Q con 12 bit)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VTEP = dispositivo che incapsula/decapsula frame Ethernet in UDP/4789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In LISP, quale componente riceve le registrazioni EID→RLOC dagli xTR?
A:  Map-Server (MS). Il Map-Resolver (MR) risponde alle Map-Request — sono ruoli separati anche se spesso sullo stesso nodo.
Q:  Quale porta UDP usa VXLAN per il trasporto?
A:  UDP 4789 (IANA assigned). LISP usa UDP 4341.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LISP: EID vs RLOC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LISP separa identità (EID fisso) da locazione (RLOC variabile). MS registra, MR risponde. UDP 4341.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VXLAN: 24-bit VNI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VXLAN: 16M segmenti VNI vs 4096 VLAN. VTEP incapsula frame L2 in UDP/4789. Underlay IP qualsiasi.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SD-Access: 3 Piani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SD-Access: LISP=control, VXLAN=data, SGT=policy. Fabric Edge=xTR+VTEP. Catalyst Center orchestra.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