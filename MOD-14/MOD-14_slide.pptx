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MOD-14 — Spanning Tree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Layer 2 Technologies  ·  1h  ·  3.1.c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STP 802.1D: root election e port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RSTP 802.1w: convergenza rapida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MST 802.1s: istanze multiple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PortFast e BPDU Guard: protezione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Root Guard: protezione root bridge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MOD-14 — STP con Po1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0436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0436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Upstream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SW1
Root VLAN10
prio 4096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SW2
Root VLAN20
prio 4096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379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5379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PC1
VLAN10
PortFast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7820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7820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PC2
VLAN20
PortFast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SW1: Root VLAN10 (prio 4096), Secondary VLAN20 (8192). SW2: Root VLAN20. Po1 LACP da MOD-13.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STP — Fondamenta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802.1D, RSTP e MST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STP 802.1D — Root Election e Port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Root Bridge: switch con Bridge Priority più bassa (default 32768 + VLAN ID)
• Tie-break: MAC address più bassa. Consigliato: configurare priority esplicitamente
• Port roles: Root Port (verso root), Designated Port (sul segmento), Non-designated (bloccata)
• Stati: Blocking → Listening → Learning → Forwarding (30s totali con delay 15s+15s)
• RSTP 802.1w: convergenza in secondi anziché minuti — port roles Alternate e Backup
• MST 802.1s: mappa VLAN a istanze STP — riduce numero di istanze attive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RSTP = 802.1w. Stessa struttura root election, convergenza molto più rapida. Oggi lo standard.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PortFast, BPDU Guard e Root 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PortFast: porta va direttamente in Forwarding (bypassa L+L) — solo su porte host/access
• BPDU Guard: porta PortFast riceve BPDU → err-disabled — previene switch non autorizzati
• Root Guard: porta non può diventare Root Port — protegge il root bridge da cambio
• BPDU Filter: sopprime invio/ricezione BPDU — usare con cautela (non sicuro come Guard)
• Loop Guard: porta in Forwarding smette di ricevere BPDU → blocking (non forward)
• Err-disabled recovery: errdisable recovery cause bpduguard interval 300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PortFast + BPDU Guard: standard su tutte le porte host. Root Guard: su porte trunk verso aggregazione.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STP Root + PortFast + Guards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Root primario VLAN 10, secondario VLAN 20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spanning-tree vlan 10 priority 4096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spanning-tree vlan 20 priority 8192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Porte host: PortFast + BPDU Guard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Ethernet1/0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spanning-tree portfast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spanning-tree bpduguard enable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Porta trunk verso switch aggregazione: Root Guard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Port-channel1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spanning-tree guard root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02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SW1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Porta in err-disabled dopo PortFast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BPDU Guard attivato — switch connesso invia BPDU. shutdown/no shutdown + rimuovere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Root bridge non è quello desiderato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Priority non configurata — switch con MAC più bassa vince. Configurare priority esplicitamente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MST region mismatch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Configurazione MST deve essere identica su tutti gli switch della regione (name, revision, mapping)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Convergenza STP lenta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Usare RSTP (spanning-tree mode rapid-pvst) invece di 802.1D legacy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PortFast solo su porte host/access — mai su trunk o uplink verso 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BPDU Guard mette la porta in err-disabled se riceve BPDU — switch non autorizzato rilevato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Root Guard: la porta non può diventare Root Port — protegge il root bridge da cambio non desiderato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RSTP 802.1w: Alternate Port = backup del Root Port. Backup Port = backup Designated sullo stesso segmento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Differenza tra BPDU Guard e Root Guard?
A:  BPDU Guard: porta in err-disabled se riceve BPDU. Root Guard: porta bloccata se riceverebbe BPDU superiore.
Q:  Perché PortFast non va usato su trunk?
A:  PortFast bypassa STP — su un trunk potrebbe forwardare frame prima che STP abbia rilevato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RSTP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RSTP 802.1w: convergenza in secondi. Stessa root election. Alternate/Backup port per failover rapido.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PortFast + BPDU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PortFast su host: salta Listening/Learning. BPDU Guard: err-disabled se riceve BPDU.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Root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Root Guard su uplink aggregazione: impedisce cambio root bridge non desiderato.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