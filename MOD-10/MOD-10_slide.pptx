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MOD-10 — MPLS LDP &amp; Fondamenta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4 — MPLS  ·  2h  ·  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MPLS: cos'è e perché esiste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FEC, Label, LIB e LFIB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LDP: distribuzione e sessioni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PHP: Penultimate Hop Popping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Configurazione e verifica LDP su 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MOD-10 — Backbone MPLS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4703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4703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PE1
1.1.1.1
LDP da conf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3895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3895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P1
3.3.3.3
LDP da conf</a:t>
            </a:r>
          </a:p>
        </p:txBody>
      </p:sp>
      <p:sp>
        <p:nvSpPr>
          <p:cNvPr id="9" name="Rectangle 8"/>
          <p:cNvSpPr/>
          <p:nvPr/>
        </p:nvSpPr>
        <p:spPr>
          <a:xfrm>
            <a:off x="6779304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79304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P2
4.4.4.4
LDP pre-conf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18496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18496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PE2
2.2.2.2
LDP pre-conf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PE1-P1-P2-PE2: backbone MPLS AS 65000. OSPF area 0 pre-configurato. LDP da abilitare su PE1 e P1.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MPLS — Fondamenta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Multiprotocol Label Switching: il perché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MPLS — Cos'è e Perché Esiste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MPLS: instradamento basato su label 20-bit anziché lookup IP — più veloce su hardware legacy
• Label aggiunta tra header L2 e header IP (shim header) — non modifica IP
• Motivazione originale: velocità (ora superata da ASIC IP). Uso attuale: VPN L3/L2, TE, QoS
• FEC (Forwarding Equivalence Class): gruppo di pacchetti trattati allo stesso modo
• Label Stack: MPLS supporta stack di label (LIFO) — es. VPN + TE tunnel
• Bit speciali: S=1 (bottom of stack), TTL (loop prevention), TC (traffic class)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MPLS oggi: non velocità, ma VPN (L3VPN, L2VPN), Traffic Engineering e gestione QoS.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LIB, LFIB e PHP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LIB (Label Information Base): database di tutte le label imparate via LDP
• LFIB (Label Forwarding Information Base): tabella di forwarding label → azione (swap/pop/push)
• Azioni label: PUSH (aggiunge label), SWAP (sostituisce), POP (rimuove)
• PHP (Penultimate Hop Popping): il penultimo router rimuove la label — il PE riceve IP puro
• Implicit null (label 3): LDP annuncia label 3 per i propri prefissi → PHP attivato
• Explicit null (label 0): PHP disabilitato — utile per preservare QoS marking nella label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PHP: l'ultimo hop MPLS (penultimate) fa pop — il PE riceve IP direttamente, non label.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LDP — Label Distribution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Come i router si scambiano le label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LDP — Sessioni e Funzionamento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LDP: protocollo per distribuire binding label↔FEC tra router MPLS
• Discovery: Hello multicast UDP 224.0.0.2:646 — scopre i vicini LDP
• Sessione: TCP 646 tra Router-ID (loopback) — stabile, non dipende dal link
• Ogni router genera label locale per ogni prefisso nel RIB → annuncia via LDP
• Liberal label retention: conserva label da tutti i peer (anche non-best-path)
• Router-ID LDP: deve essere lo stesso usato da OSPF — configurare esplicitamente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LDP usa loopback per la sessione TCP — stessa regola di BGP: update-source Lo0.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LDP — Abilitazione su 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mpls ldp router-id Loopback0 force  ! Router-ID LDP = loopback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Ethernet0/0.13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mpls ip                            ! abilita LDP sull'interfaccia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Ethernet0/0.34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mpls ip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813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P1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Verifica LDP e MPLS Forwarding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15600"/>
            <a:ext cx="5040000" cy="23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B600"/>
                </a:solidFill>
                <a:latin typeface="Montserrat"/>
              </a:rPr>
              <a:t>▼  VERIFICA ATTESA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85600"/>
            <a:ext cx="11473200" cy="581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P1# show mpls ldp neighbor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Peer LDP Ident: 1.1.1.1:0; Local LDP Ident 3.3.3.3:0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TCP connection: 1.1.1.1.42316 - 3.3.3.3.646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State: Oper; Msgs sent/rcvd: 52/51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P1# show mpls forwarding-table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Local  Out   Prefix         Bytes Label  Outgoing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16     Pop   1.1.1.1/32     0      Et0/0.13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17     18    2.2.2.2/32     0      Et0/0.34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53200" y="2289600"/>
            <a:ext cx="2160000" cy="25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EF6A01"/>
                </a:solidFill>
                <a:latin typeface="Montserrat"/>
              </a:rPr>
              <a:t>← atteso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Sessione LDP non si forma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Router-ID LDP diverso da OSPF — mpls ldp router-id Loopback0 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LFIB vuota dopo mpls ip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OSPF non ha rotte verso il peer loopback — verificare reachabilità loopback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PHP non avviene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PHP richiede implicit-null (label 3) — verificare show mpls ldp bindings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Sessione LDP flap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Instabilità OSPF — il loopback LDP-ID deve essere in OSPF passivo e stabile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mpls ldp router-id Loopback0 force: obbligatorio per stabilità sessione LDP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PHP: label 3 (implicit-null) sul penultimo hop — il PE riceve IP puro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LFIB: show mpls forwarding-table — Pop = PHP in atto, Swap = transito, Aggregate = destinazione locale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LDP usa TCP 646 tra loopback — stessa regola di BGP: loopback deve essere raggiungibile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Cos'è il Penultimate Hop Popping (PHP)?
A:  Il penultimo router MPLS rimuove la label prima di consegnare al PE — il PE fa lookup IP normale.
Q:  Differenza tra LIB e LFIB?
A:  LIB: database completo label imparate. LFIB: solo label usate per il forwarding (best-path).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FEC + Label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FEC: gruppo pacchetti con stesso trattamento. Label 20-bit tra L2 e IP. Stack per VPN+TE.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LDP via Loopback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LDP scopre peer via multicast, sessione TCP tra loopback. Router-ID = loopback esplicito.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PHP = Label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PHP: penultimo router fa pop (label 3). PE riceve IP puro — lookup normale.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