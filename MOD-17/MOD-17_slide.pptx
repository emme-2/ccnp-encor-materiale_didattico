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MOD-17 — VRF-Lite &amp; GRE Tunneling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7 — OVERLAY &amp; VPN  ·  2h  ·  4.1 ·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VRF-Lite: separazione routing senza MPLS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GRE: Generic Routing Encapsulation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Tunnel source, destination e keepalive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Route statiche nel VRF via tunnel GRE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Troubleshooting VRF e tunnel GRE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MOD-17 — VRF-Lite + GRE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
192.0.2.253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HUB
192.0.2.254
VRF CUST-A/B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998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2998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SP1
198.51.100.254
VRF CUST-A/B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2998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998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SP2
203.0.113.254
VRF CUST-A/B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HUB-SP1-SP2 su underlay ISP. VRF CUST-A/CUST-B separati. GRE tunnel P2P HUB↔SP1 e HUB↔SP2.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VRF-Lite e GRE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Segmentazione routing e tunnel overlay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VRF-Lite — Segmentazione Senza MPLS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VRF-Lite: VRF locali senza MP-BGP o MPLS — solo separazione routing su singolo device
• Ogni VRF ha routing table indipendente: CUST-A non vede le rotte di CUST-B
• vrf definition: definisce il VRF con address-family ipv4
• vrf forwarding: assegna l'interfaccia al VRF — rimuove automaticamente l'IP
• Route nel VRF: ip route vrf CUST-A 10.1.2.0 255.255.255.0 172.16.101.2
• ping nel VRF: ping vrf CUST-A 10.1.2.1 — senza vrf usa la global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VRF-Lite = separazione routing locale. vrf forwarding rimuove l'IP — riconfigurare dopo.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GRE — Generic Routing Encapsulation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GRE (RFC 2784): incapsula qualsiasi protocollo L3 in IP — tunnel IP-in-IP
• Header GRE: 4 byte minimo tra outer IP e inner IP — Protocol 47
• Tunnel source: interfaccia locale (tipicamente loopback per stabilità)
• Tunnel destination: IP remoto del tunnel endpoint
• tunnel mode gre ip (default): GRE su IPv4. tunnel mode gre ipv6: GRE su IPv6
• Keepalive: verifica che il tunnel remoto sia attivo — senza, tunnel è sempre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GRE Protocol 47. Source stabile (loopback). Keepalive per rilevare tunnel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VRF + GRE Tunnel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vrf definition CUST-A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ipv4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Loopback1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vrf forwarding CUST-A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10.1.1.1 255.255.255.255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Tunnel101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vrf forwarding CUST-A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172.16.101.1 255.255.255.252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tunnel source Loopback0          ! global table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tunnel destination 198.51.100.254 ! SP1 loopback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keepalive 10 3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541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Tunnel DOWN dopo vrf forwarding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vrf forwarding rimuove IP — riconfigurare ip address dopo il comando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Ping VRF non funziona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"ping vrf NOME" — senza vrf usa global table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GRE tunnel UP ma traffico non passa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Route statiche VRF mancanti o recursive routing (tunnel source in VRF sbagliato)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Keepalive non funziona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Peer non ha keepalive configurato — keepalive unidirezionale non rileva entrambi i failure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vrf forwarding rimuove l'IP configurato — sempre riapplicare ip address dopo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ping vrf NOME: obbligatorio per testare connettività in un VRF specifico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GRE tunnel source: usare loopback per stabilità — non interfaccia fisica (potrebbe andare down)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Recursive routing GRE: tunnel destination deve essere raggiungibile senza il tunnel stesso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Cosa succede dopo vrf forwarding su un'interfaccia con IP già configurato?
A:  L'IP viene rimosso automaticamente — va riapplicato con ip address dopo il comando vrf forwarding.
Q:  Differenza tra VRF-Lite e MPLS L3VPN?
A:  VRF-Lite: solo separazione locale, nessuna propagazione inter-PE. L3VPN: VRF propagati via MP-BGP tra 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VRF-Lite Locale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VRF-Lite: routing table separata senza MPLS. vrf forwarding rimuove IP. ping vrf per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GRE Protocol 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GRE: IP-in-IP, Protocol 47. Source loopback. Keepalive per rilevare tunnel failure.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Route + Tunnel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Route statiche nel VRF via tunnel. Evitare recursive routing.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