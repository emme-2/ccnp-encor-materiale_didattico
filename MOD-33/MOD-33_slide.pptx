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MOD-33 — Netmiko &amp; Nornir — Framework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13 — AUTOMATION  ·  2  ·  6.2 · 6.3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Netmiko avanzato: TextFSM e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Nornir: inventory e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Esecuzione parallela con Nornir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Output e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Nornir — Architettura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537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537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Inventory
(hosts.yaml)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9213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9213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Nornir Core
(runner)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890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90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Task
(funzione Python)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890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890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Result
(dict)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Nornir: inventory + runner + tasks. Esecuzione parallela multi-device nativa.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Netmiko Avanzato e TextFSM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Parsing strutturato dell'output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TextFSM — Parsing Output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Problema: output CLI è testo non strutturato — difficile da elaborare programmaticamente
• TextFSM: libreria Google che converte output CLI in liste di dizionari strutturati
• Template: definisce pattern regex per estrarre campi dall'output
• Netmiko + TextFSM: use_textfsm=True in send_command() → ritorna lista di dizionari
• NTC-Templates: repository pubblico di template TextFSM per comandi Cisco/Arista/Juniper
• Alternativa: Genie Parser (NAPALM) — template prebuilt per IOS, IOS-XE, NX-OS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TextFSM: testo non strutturato → dizionari Python. use_textfsm=True in Netmiko.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Netmiko + TextFSM — Esempio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from netmiko import ConnectHandler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device = {"device_type": "cisco_ios",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    "host": "10.0.0.1", "username": "admin", "password": "cisco"}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conn = ConnectHandler(**device)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# use_textfsm=True: output parsato automaticamente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routes = conn.send_command("show ip route",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                     use_textfsm=True)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# routes è ora una lista di dizionari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for route in routes: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print(f"{route['network']}/{route['mask']} via {route['nexthop_ip']}")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541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Python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Nornir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Automation multi-device parallela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Nornir — Architettura e Vantaggi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Nornir: framework Python puro per network automation — no DSL, tutto Python
• Inventory: definisce host (IP, credenziali, OS, gruppi) in YAML o SimpleInventory
• Runner: gestisce l'esecuzione — SerialRunner (sequenziale) o ThreadedRunner (parallelo)
• Task: funzione Python che esegue operazioni su un singolo host
• Result: oggetto che raccoglie l'output di ogni task per ogni host
• Vantaggioso su Netmiko puro: parallelismo nativo, inventory centralizzato, report strutturato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Nornir: inventory YAML + tasks Python + ThreadedRunner = automation parallela su 100+ device.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Nornir — Script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from nornir import InitNornir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from nornir_netmiko.tasks import netmiko_send_command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from nornir_utils.plugins.functions import print_result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# Inizializza Nornir con config file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nr = InitNornir(config_file="config.yaml")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# Filtra host per gruppo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routers = nr.filter(groups=["routers"])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# Esegui task su tutti i router in parallelo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result = routers.run(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task=netmiko_send_command,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command_string="show ip ospf neighbor")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print_result(result)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3189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Python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TextFSM non parsa correttamente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Template corretto per il device OS? ntc-templates installato? Testare con parse_output() standalone.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Nornir: host non raggiungibile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Hostname/IP corretto in hosts.yaml? Credenziali? SSH abilitato? Timeout configurato?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Nornir: task fallisce su alcuni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Errori in AggregatedResult? print_result() mostra dettagli. on_failed=True per continuare nonostante errori.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Parallelismo causa problemi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num_workers in config.yaml? Ridurre per debugging. SerialRunner per esecuzione sequenziale.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TextFSM: converte output CLI in struttura dati Python. use_textfsm=True in Netmiko.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Nornir: inventory YAML, tasks Python, risultati strutturati — alternativa a Ansible più flessibile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ThreadedRunner: esecuzione parallela multi-device — molto più veloce di loop sequenziale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NTC-Templates: repository di template TextFSM per parsing multi-vendor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Che vantaggio offre Nornir rispetto a un semplice loop Netmiko?
A:  Nornir fornisce inventory centralizzato, esecuzione parallela nativa (ThreadedRunner), gestione strutturata degli errori e result aggregati — senza scrivere il boilerplate di threading manualmente.
Q:  Cosa fa TextFSM e perché è utile?
A:  TextFSM converte output CLI non strutturato in liste di dizionari Python usando template regex. Questo permette di accedere ai dati programmaticamente (es. route["nexthop_ip"]) invece di fare parsing manuale delle stringhe.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TextFSM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TextFSM: template regex → dizionari Python. use_textfsm=True in Netmiko. NTC-Templates: prebuilt.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Nornir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Nornir: inventory YAML + tasks Python + AggregatedResult. InitNornir + nr.run(task=...).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ThreadedRunner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ThreadedRunner: N device in parallelo. SerialRunner: sequenziale per debug. on_failed per resilienza.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